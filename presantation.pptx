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  <p:sldMasterId id="2147483817" r:id="rId2"/>
  </p:sldMasterIdLst>
  <p:notesMasterIdLst>
    <p:notesMasterId r:id="rId19"/>
  </p:notesMasterIdLst>
  <p:sldIdLst>
    <p:sldId id="256" r:id="rId3"/>
    <p:sldId id="257" r:id="rId4"/>
    <p:sldId id="261" r:id="rId5"/>
    <p:sldId id="258" r:id="rId6"/>
    <p:sldId id="263" r:id="rId7"/>
    <p:sldId id="262" r:id="rId8"/>
    <p:sldId id="271" r:id="rId9"/>
    <p:sldId id="270" r:id="rId10"/>
    <p:sldId id="264" r:id="rId11"/>
    <p:sldId id="266" r:id="rId12"/>
    <p:sldId id="265" r:id="rId13"/>
    <p:sldId id="267" r:id="rId14"/>
    <p:sldId id="260" r:id="rId15"/>
    <p:sldId id="268" r:id="rId16"/>
    <p:sldId id="26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6402"/>
    <a:srgbClr val="FD9623"/>
    <a:srgbClr val="FEC78A"/>
    <a:srgbClr val="BEBEBE"/>
    <a:srgbClr val="242424"/>
    <a:srgbClr val="1A1A1A"/>
    <a:srgbClr val="A65802"/>
    <a:srgbClr val="9D740F"/>
    <a:srgbClr val="6D3D03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456" y="-1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1A3F72-980C-4629-915C-D53D67BB6CD5}" type="doc">
      <dgm:prSet loTypeId="urn:microsoft.com/office/officeart/2011/layout/Tab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4CB6216-2671-4BF7-B0FF-B78A7B6BE937}">
      <dgm:prSet phldrT="[Text]" custT="1"/>
      <dgm:spPr>
        <a:solidFill>
          <a:srgbClr val="FD9623"/>
        </a:solidFill>
        <a:ln>
          <a:solidFill>
            <a:srgbClr val="FD9623"/>
          </a:solidFill>
        </a:ln>
      </dgm:spPr>
      <dgm:t>
        <a:bodyPr/>
        <a:lstStyle/>
        <a:p>
          <a:r>
            <a:rPr lang="en-US" sz="1400" b="1" dirty="0"/>
            <a:t>Back-end Developer</a:t>
          </a:r>
          <a:endParaRPr lang="en-US" sz="1400" dirty="0"/>
        </a:p>
      </dgm:t>
    </dgm:pt>
    <dgm:pt modelId="{4EC4A501-C7B8-458E-8F04-F4FEF68AB0B1}" type="parTrans" cxnId="{DE7FD0EB-7286-4BED-BFD4-2059B3152BBB}">
      <dgm:prSet/>
      <dgm:spPr/>
      <dgm:t>
        <a:bodyPr/>
        <a:lstStyle/>
        <a:p>
          <a:endParaRPr lang="en-US"/>
        </a:p>
      </dgm:t>
    </dgm:pt>
    <dgm:pt modelId="{2ADB1A1F-9EF5-4454-88F7-7598BD9547CD}" type="sibTrans" cxnId="{DE7FD0EB-7286-4BED-BFD4-2059B3152BBB}">
      <dgm:prSet/>
      <dgm:spPr/>
      <dgm:t>
        <a:bodyPr/>
        <a:lstStyle/>
        <a:p>
          <a:endParaRPr lang="en-US"/>
        </a:p>
      </dgm:t>
    </dgm:pt>
    <dgm:pt modelId="{4079C5A7-8AF9-4471-BE45-B0242399C442}">
      <dgm:prSet phldrT="[Text]" custT="1"/>
      <dgm:spPr/>
      <dgm:t>
        <a:bodyPr/>
        <a:lstStyle/>
        <a:p>
          <a:r>
            <a:rPr lang="en-US" sz="1800" b="1" dirty="0" err="1">
              <a:latin typeface="TT Fors Bold" panose="020B0604020202020204" charset="0"/>
              <a:cs typeface="+mj-cs"/>
            </a:rPr>
            <a:t>Mosbah</a:t>
          </a:r>
          <a:r>
            <a:rPr lang="en-US" sz="1800" b="1" dirty="0">
              <a:latin typeface="TT Fors Bold" panose="020B0604020202020204" charset="0"/>
              <a:cs typeface="+mj-cs"/>
            </a:rPr>
            <a:t> </a:t>
          </a:r>
          <a:r>
            <a:rPr lang="en-US" sz="1800" b="1" dirty="0" err="1">
              <a:latin typeface="TT Fors Bold" panose="020B0604020202020204" charset="0"/>
              <a:cs typeface="+mj-cs"/>
            </a:rPr>
            <a:t>messaoud</a:t>
          </a:r>
          <a:r>
            <a:rPr lang="ar-DZ" sz="1800" b="1" dirty="0">
              <a:latin typeface="TT Fors Bold" panose="020B0604020202020204" charset="0"/>
              <a:cs typeface="+mj-cs"/>
            </a:rPr>
            <a:t> </a:t>
          </a:r>
          <a:endParaRPr lang="en-US" sz="1800" dirty="0">
            <a:latin typeface="TT Fors Bold" panose="020B0604020202020204" charset="0"/>
            <a:cs typeface="+mj-cs"/>
          </a:endParaRPr>
        </a:p>
      </dgm:t>
    </dgm:pt>
    <dgm:pt modelId="{F239B556-DF59-48BF-BAF5-238FD0DBFB3A}" type="parTrans" cxnId="{2C37EB2B-D8E5-4EE0-ABC6-BE16429C361E}">
      <dgm:prSet/>
      <dgm:spPr/>
      <dgm:t>
        <a:bodyPr/>
        <a:lstStyle/>
        <a:p>
          <a:endParaRPr lang="en-US"/>
        </a:p>
      </dgm:t>
    </dgm:pt>
    <dgm:pt modelId="{31AF6B93-522B-438D-8927-16544EF2FF66}" type="sibTrans" cxnId="{2C37EB2B-D8E5-4EE0-ABC6-BE16429C361E}">
      <dgm:prSet/>
      <dgm:spPr/>
      <dgm:t>
        <a:bodyPr/>
        <a:lstStyle/>
        <a:p>
          <a:endParaRPr lang="en-US"/>
        </a:p>
      </dgm:t>
    </dgm:pt>
    <dgm:pt modelId="{1642909F-57AF-44B3-830B-75EF982917CD}">
      <dgm:prSet phldrT="[Text]" custT="1"/>
      <dgm:spPr/>
      <dgm:t>
        <a:bodyPr/>
        <a:lstStyle/>
        <a:p>
          <a:r>
            <a:rPr lang="en-US" sz="2000" dirty="0">
              <a:latin typeface="TT Fors Bold" panose="020B0604020202020204" charset="0"/>
            </a:rPr>
            <a:t>m.mosbah@esi-sba.dz</a:t>
          </a:r>
        </a:p>
      </dgm:t>
    </dgm:pt>
    <dgm:pt modelId="{94141E5F-9505-4CE5-9A6F-06A0DED7EC77}" type="parTrans" cxnId="{58245DF9-46B5-42D5-83A9-F729D79D0BA0}">
      <dgm:prSet/>
      <dgm:spPr/>
      <dgm:t>
        <a:bodyPr/>
        <a:lstStyle/>
        <a:p>
          <a:endParaRPr lang="en-US"/>
        </a:p>
      </dgm:t>
    </dgm:pt>
    <dgm:pt modelId="{9BAE85FD-B29E-44C5-A14F-AED8DE4E60E2}" type="sibTrans" cxnId="{58245DF9-46B5-42D5-83A9-F729D79D0BA0}">
      <dgm:prSet/>
      <dgm:spPr/>
      <dgm:t>
        <a:bodyPr/>
        <a:lstStyle/>
        <a:p>
          <a:endParaRPr lang="en-US"/>
        </a:p>
      </dgm:t>
    </dgm:pt>
    <dgm:pt modelId="{B1B356DD-6070-4B79-8497-FE95DA42B28B}">
      <dgm:prSet phldrT="[Text]" custT="1"/>
      <dgm:spPr>
        <a:solidFill>
          <a:srgbClr val="FD9623"/>
        </a:solidFill>
        <a:ln>
          <a:solidFill>
            <a:srgbClr val="FD9623"/>
          </a:solidFill>
        </a:ln>
      </dgm:spPr>
      <dgm:t>
        <a:bodyPr/>
        <a:lstStyle/>
        <a:p>
          <a:r>
            <a:rPr lang="en-US" sz="1400" b="1" dirty="0">
              <a:latin typeface="TT Fors Bold" panose="020B0604020202020204" charset="0"/>
            </a:rPr>
            <a:t>Back-end Developer</a:t>
          </a:r>
          <a:endParaRPr lang="en-US" sz="1400" dirty="0">
            <a:latin typeface="TT Fors Bold" panose="020B0604020202020204" charset="0"/>
          </a:endParaRPr>
        </a:p>
      </dgm:t>
    </dgm:pt>
    <dgm:pt modelId="{13AFDE62-E7D6-4466-A8E6-7C6255DF2042}" type="parTrans" cxnId="{DB38C15F-1613-4E17-AC2D-F9002D2019F0}">
      <dgm:prSet/>
      <dgm:spPr/>
      <dgm:t>
        <a:bodyPr/>
        <a:lstStyle/>
        <a:p>
          <a:endParaRPr lang="en-US"/>
        </a:p>
      </dgm:t>
    </dgm:pt>
    <dgm:pt modelId="{F66AA09A-40C6-42E8-AE83-7AB5B5F662CB}" type="sibTrans" cxnId="{DB38C15F-1613-4E17-AC2D-F9002D2019F0}">
      <dgm:prSet/>
      <dgm:spPr/>
      <dgm:t>
        <a:bodyPr/>
        <a:lstStyle/>
        <a:p>
          <a:endParaRPr lang="en-US"/>
        </a:p>
      </dgm:t>
    </dgm:pt>
    <dgm:pt modelId="{2A7FB5C1-CC5B-4366-AF44-E8F1A64C335B}">
      <dgm:prSet phldrT="[Text]" custT="1"/>
      <dgm:spPr/>
      <dgm:t>
        <a:bodyPr/>
        <a:lstStyle/>
        <a:p>
          <a:r>
            <a:rPr lang="en-US" sz="2000" b="1" dirty="0" err="1"/>
            <a:t>Diaf</a:t>
          </a:r>
          <a:r>
            <a:rPr lang="en-US" sz="2000" b="1" dirty="0"/>
            <a:t> </a:t>
          </a:r>
          <a:r>
            <a:rPr lang="en-US" sz="2000" b="1" dirty="0" err="1"/>
            <a:t>wafaa</a:t>
          </a:r>
          <a:endParaRPr lang="en-US" sz="2000" dirty="0"/>
        </a:p>
      </dgm:t>
    </dgm:pt>
    <dgm:pt modelId="{23796CBC-AF86-42B5-A79B-60C75E9AFF96}" type="parTrans" cxnId="{D8A4AA5F-0436-4E78-82F6-1B1B3E8EB2FE}">
      <dgm:prSet/>
      <dgm:spPr/>
      <dgm:t>
        <a:bodyPr/>
        <a:lstStyle/>
        <a:p>
          <a:endParaRPr lang="en-US"/>
        </a:p>
      </dgm:t>
    </dgm:pt>
    <dgm:pt modelId="{04F225CF-D328-4FA4-9BEA-ECEC5B5FF9E9}" type="sibTrans" cxnId="{D8A4AA5F-0436-4E78-82F6-1B1B3E8EB2FE}">
      <dgm:prSet/>
      <dgm:spPr/>
      <dgm:t>
        <a:bodyPr/>
        <a:lstStyle/>
        <a:p>
          <a:endParaRPr lang="en-US"/>
        </a:p>
      </dgm:t>
    </dgm:pt>
    <dgm:pt modelId="{C7DF9400-0B39-4E58-9BCB-5EA7F49ECA48}">
      <dgm:prSet phldrT="[Text]" custT="1"/>
      <dgm:spPr/>
      <dgm:t>
        <a:bodyPr/>
        <a:lstStyle/>
        <a:p>
          <a:r>
            <a:rPr lang="en-US" sz="2000" dirty="0">
              <a:latin typeface="TT Fors Bold" panose="020B0604020202020204" charset="0"/>
            </a:rPr>
            <a:t>w.diaf@esi-sba.dz</a:t>
          </a:r>
        </a:p>
      </dgm:t>
    </dgm:pt>
    <dgm:pt modelId="{FA4F9B70-6C37-430B-8C5D-5E2D12DCA8F9}" type="parTrans" cxnId="{98F802D7-756D-439C-BAA9-84B7A774CC6B}">
      <dgm:prSet/>
      <dgm:spPr/>
      <dgm:t>
        <a:bodyPr/>
        <a:lstStyle/>
        <a:p>
          <a:endParaRPr lang="en-US"/>
        </a:p>
      </dgm:t>
    </dgm:pt>
    <dgm:pt modelId="{C12679F3-2261-43DD-99D9-833679E11129}" type="sibTrans" cxnId="{98F802D7-756D-439C-BAA9-84B7A774CC6B}">
      <dgm:prSet/>
      <dgm:spPr/>
      <dgm:t>
        <a:bodyPr/>
        <a:lstStyle/>
        <a:p>
          <a:endParaRPr lang="en-US"/>
        </a:p>
      </dgm:t>
    </dgm:pt>
    <dgm:pt modelId="{18D15A4B-9008-4BE4-9A53-F397B50C578A}">
      <dgm:prSet phldrT="[Text]" custT="1"/>
      <dgm:spPr>
        <a:solidFill>
          <a:srgbClr val="FD9623"/>
        </a:solidFill>
        <a:ln>
          <a:solidFill>
            <a:srgbClr val="FD9623"/>
          </a:solidFill>
        </a:ln>
      </dgm:spPr>
      <dgm:t>
        <a:bodyPr/>
        <a:lstStyle/>
        <a:p>
          <a:r>
            <a:rPr lang="en-US" sz="1400" b="1" dirty="0">
              <a:latin typeface="TT Fors Bold" panose="020B0604020202020204" charset="0"/>
            </a:rPr>
            <a:t>Back-end Developer</a:t>
          </a:r>
          <a:endParaRPr lang="en-US" sz="1400" dirty="0">
            <a:latin typeface="TT Fors Bold" panose="020B0604020202020204" charset="0"/>
          </a:endParaRPr>
        </a:p>
      </dgm:t>
    </dgm:pt>
    <dgm:pt modelId="{AD4D8F6F-2BF5-4720-93DE-85B177B9E897}" type="parTrans" cxnId="{E447A0C1-D4EE-4E6B-958C-4E7EE54D5E8F}">
      <dgm:prSet/>
      <dgm:spPr/>
      <dgm:t>
        <a:bodyPr/>
        <a:lstStyle/>
        <a:p>
          <a:endParaRPr lang="en-US"/>
        </a:p>
      </dgm:t>
    </dgm:pt>
    <dgm:pt modelId="{AA812848-546D-4674-B6AA-7F48BA82216C}" type="sibTrans" cxnId="{E447A0C1-D4EE-4E6B-958C-4E7EE54D5E8F}">
      <dgm:prSet/>
      <dgm:spPr/>
      <dgm:t>
        <a:bodyPr/>
        <a:lstStyle/>
        <a:p>
          <a:endParaRPr lang="en-US"/>
        </a:p>
      </dgm:t>
    </dgm:pt>
    <dgm:pt modelId="{F82B900D-2788-4572-BDAD-D093E8F21314}">
      <dgm:prSet phldrT="[Text]" custT="1"/>
      <dgm:spPr/>
      <dgm:t>
        <a:bodyPr/>
        <a:lstStyle/>
        <a:p>
          <a:r>
            <a:rPr lang="en-US" sz="2000" b="1" dirty="0" err="1"/>
            <a:t>Benaissa</a:t>
          </a:r>
          <a:r>
            <a:rPr lang="en-US" sz="2000" b="1" dirty="0"/>
            <a:t> </a:t>
          </a:r>
          <a:r>
            <a:rPr lang="en-US" sz="2000" b="1" dirty="0" err="1"/>
            <a:t>bochra</a:t>
          </a:r>
          <a:r>
            <a:rPr lang="en-US" sz="2000" b="1" dirty="0"/>
            <a:t> </a:t>
          </a:r>
          <a:r>
            <a:rPr lang="en-US" sz="2000" b="1" dirty="0" err="1"/>
            <a:t>nardjis</a:t>
          </a:r>
          <a:endParaRPr lang="en-US" sz="2000" dirty="0"/>
        </a:p>
      </dgm:t>
    </dgm:pt>
    <dgm:pt modelId="{C95D4E46-4098-490E-B2C0-B36C9C6CCB50}" type="parTrans" cxnId="{7631EECD-6F17-43FD-B7F8-76F14482F6DF}">
      <dgm:prSet/>
      <dgm:spPr/>
      <dgm:t>
        <a:bodyPr/>
        <a:lstStyle/>
        <a:p>
          <a:endParaRPr lang="en-US"/>
        </a:p>
      </dgm:t>
    </dgm:pt>
    <dgm:pt modelId="{22C9C015-E440-438C-B3E2-8DD2EE46DA36}" type="sibTrans" cxnId="{7631EECD-6F17-43FD-B7F8-76F14482F6DF}">
      <dgm:prSet/>
      <dgm:spPr/>
      <dgm:t>
        <a:bodyPr/>
        <a:lstStyle/>
        <a:p>
          <a:endParaRPr lang="en-US"/>
        </a:p>
      </dgm:t>
    </dgm:pt>
    <dgm:pt modelId="{EDD781A4-35DD-44A2-842A-463780DB8720}">
      <dgm:prSet phldrT="[Text]" custT="1"/>
      <dgm:spPr/>
      <dgm:t>
        <a:bodyPr/>
        <a:lstStyle/>
        <a:p>
          <a:r>
            <a:rPr lang="en-US" sz="2000" dirty="0">
              <a:latin typeface="TT Fors Bold" panose="020B0604020202020204" charset="0"/>
            </a:rPr>
            <a:t>bn.benaissa@esi-sba.dz</a:t>
          </a:r>
        </a:p>
      </dgm:t>
    </dgm:pt>
    <dgm:pt modelId="{8133BDDC-0CCD-400A-9A06-191A77696F94}" type="parTrans" cxnId="{C2354861-B016-4614-A235-372C879F93C2}">
      <dgm:prSet/>
      <dgm:spPr/>
      <dgm:t>
        <a:bodyPr/>
        <a:lstStyle/>
        <a:p>
          <a:endParaRPr lang="en-US"/>
        </a:p>
      </dgm:t>
    </dgm:pt>
    <dgm:pt modelId="{2F1FA436-168B-4F50-8E0F-958517CF240E}" type="sibTrans" cxnId="{C2354861-B016-4614-A235-372C879F93C2}">
      <dgm:prSet/>
      <dgm:spPr/>
      <dgm:t>
        <a:bodyPr/>
        <a:lstStyle/>
        <a:p>
          <a:endParaRPr lang="en-US"/>
        </a:p>
      </dgm:t>
    </dgm:pt>
    <dgm:pt modelId="{8C95D0D3-FE60-423E-BB34-E244E4277349}" type="pres">
      <dgm:prSet presAssocID="{391A3F72-980C-4629-915C-D53D67BB6CD5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30BD5B0-3922-40BD-A466-D7695299A910}" type="pres">
      <dgm:prSet presAssocID="{44CB6216-2671-4BF7-B0FF-B78A7B6BE937}" presName="composite" presStyleCnt="0"/>
      <dgm:spPr/>
    </dgm:pt>
    <dgm:pt modelId="{A37C2194-3F82-4EF8-9C23-965B7ACE2A0D}" type="pres">
      <dgm:prSet presAssocID="{44CB6216-2671-4BF7-B0FF-B78A7B6BE937}" presName="FirstChild" presStyleLbl="revTx" presStyleIdx="0" presStyleCnt="6" custScaleX="77732">
        <dgm:presLayoutVars>
          <dgm:chMax val="0"/>
          <dgm:chPref val="0"/>
          <dgm:bulletEnabled val="1"/>
        </dgm:presLayoutVars>
      </dgm:prSet>
      <dgm:spPr/>
    </dgm:pt>
    <dgm:pt modelId="{D6E56653-00E3-4E91-9861-F9C995F9E416}" type="pres">
      <dgm:prSet presAssocID="{44CB6216-2671-4BF7-B0FF-B78A7B6BE937}" presName="Parent" presStyleLbl="alignNode1" presStyleIdx="0" presStyleCnt="3" custScaleX="140772" custLinFactNeighborX="11552">
        <dgm:presLayoutVars>
          <dgm:chMax val="3"/>
          <dgm:chPref val="3"/>
          <dgm:bulletEnabled val="1"/>
        </dgm:presLayoutVars>
      </dgm:prSet>
      <dgm:spPr/>
    </dgm:pt>
    <dgm:pt modelId="{8E4C433E-DAB1-41AD-9C85-B901B2C82EE9}" type="pres">
      <dgm:prSet presAssocID="{44CB6216-2671-4BF7-B0FF-B78A7B6BE937}" presName="Accent" presStyleLbl="parChTrans1D1" presStyleIdx="0" presStyleCnt="3" custLinFactNeighborX="-2500" custLinFactNeighborY="39977"/>
      <dgm:spPr>
        <a:ln>
          <a:solidFill>
            <a:srgbClr val="FD9623"/>
          </a:solidFill>
        </a:ln>
      </dgm:spPr>
    </dgm:pt>
    <dgm:pt modelId="{4FFF5B19-E64D-4EC8-85BC-573E50EC126F}" type="pres">
      <dgm:prSet presAssocID="{44CB6216-2671-4BF7-B0FF-B78A7B6BE937}" presName="Child" presStyleLbl="revTx" presStyleIdx="1" presStyleCnt="6" custScaleY="43033">
        <dgm:presLayoutVars>
          <dgm:chMax val="0"/>
          <dgm:chPref val="0"/>
          <dgm:bulletEnabled val="1"/>
        </dgm:presLayoutVars>
      </dgm:prSet>
      <dgm:spPr/>
    </dgm:pt>
    <dgm:pt modelId="{9ED02E2B-15DC-4E0B-A177-1987D8792CA7}" type="pres">
      <dgm:prSet presAssocID="{2ADB1A1F-9EF5-4454-88F7-7598BD9547CD}" presName="sibTrans" presStyleCnt="0"/>
      <dgm:spPr/>
    </dgm:pt>
    <dgm:pt modelId="{A9B88AAF-5F27-4D62-B81A-E3C9A3D3E36C}" type="pres">
      <dgm:prSet presAssocID="{B1B356DD-6070-4B79-8497-FE95DA42B28B}" presName="composite" presStyleCnt="0"/>
      <dgm:spPr/>
    </dgm:pt>
    <dgm:pt modelId="{D5920479-1A21-428E-A01A-29FED4F11878}" type="pres">
      <dgm:prSet presAssocID="{B1B356DD-6070-4B79-8497-FE95DA42B28B}" presName="FirstChild" presStyleLbl="revTx" presStyleIdx="2" presStyleCnt="6" custScaleX="77907">
        <dgm:presLayoutVars>
          <dgm:chMax val="0"/>
          <dgm:chPref val="0"/>
          <dgm:bulletEnabled val="1"/>
        </dgm:presLayoutVars>
      </dgm:prSet>
      <dgm:spPr/>
    </dgm:pt>
    <dgm:pt modelId="{6982F86F-F611-4706-B6C1-297B4F38EA4C}" type="pres">
      <dgm:prSet presAssocID="{B1B356DD-6070-4B79-8497-FE95DA42B28B}" presName="Parent" presStyleLbl="alignNode1" presStyleIdx="1" presStyleCnt="3" custScaleX="140875" custLinFactNeighborX="10972">
        <dgm:presLayoutVars>
          <dgm:chMax val="3"/>
          <dgm:chPref val="3"/>
          <dgm:bulletEnabled val="1"/>
        </dgm:presLayoutVars>
      </dgm:prSet>
      <dgm:spPr/>
    </dgm:pt>
    <dgm:pt modelId="{09A00FCB-BE2C-4110-9493-5B309C33E2AD}" type="pres">
      <dgm:prSet presAssocID="{B1B356DD-6070-4B79-8497-FE95DA42B28B}" presName="Accent" presStyleLbl="parChTrans1D1" presStyleIdx="1" presStyleCnt="3" custLinFactNeighborX="-2536"/>
      <dgm:spPr>
        <a:ln>
          <a:solidFill>
            <a:srgbClr val="FD9623"/>
          </a:solidFill>
        </a:ln>
      </dgm:spPr>
    </dgm:pt>
    <dgm:pt modelId="{293EBBE2-4C50-4A8C-8F65-E860D313C8FC}" type="pres">
      <dgm:prSet presAssocID="{B1B356DD-6070-4B79-8497-FE95DA42B28B}" presName="Child" presStyleLbl="revTx" presStyleIdx="3" presStyleCnt="6" custScaleY="36712">
        <dgm:presLayoutVars>
          <dgm:chMax val="0"/>
          <dgm:chPref val="0"/>
          <dgm:bulletEnabled val="1"/>
        </dgm:presLayoutVars>
      </dgm:prSet>
      <dgm:spPr/>
    </dgm:pt>
    <dgm:pt modelId="{06B0251D-5C37-4E7B-91AA-6093EC7E1296}" type="pres">
      <dgm:prSet presAssocID="{F66AA09A-40C6-42E8-AE83-7AB5B5F662CB}" presName="sibTrans" presStyleCnt="0"/>
      <dgm:spPr/>
    </dgm:pt>
    <dgm:pt modelId="{6BA0A466-62FB-4AB5-97FF-F750EB7A518D}" type="pres">
      <dgm:prSet presAssocID="{18D15A4B-9008-4BE4-9A53-F397B50C578A}" presName="composite" presStyleCnt="0"/>
      <dgm:spPr/>
    </dgm:pt>
    <dgm:pt modelId="{18C676E1-C273-4C36-BEA4-B8DA5BF6587A}" type="pres">
      <dgm:prSet presAssocID="{18D15A4B-9008-4BE4-9A53-F397B50C578A}" presName="FirstChild" presStyleLbl="revTx" presStyleIdx="4" presStyleCnt="6" custScaleX="77346">
        <dgm:presLayoutVars>
          <dgm:chMax val="0"/>
          <dgm:chPref val="0"/>
          <dgm:bulletEnabled val="1"/>
        </dgm:presLayoutVars>
      </dgm:prSet>
      <dgm:spPr/>
    </dgm:pt>
    <dgm:pt modelId="{FD1E8C21-3CB8-4D13-8062-9982DB05C36A}" type="pres">
      <dgm:prSet presAssocID="{18D15A4B-9008-4BE4-9A53-F397B50C578A}" presName="Parent" presStyleLbl="alignNode1" presStyleIdx="2" presStyleCnt="3" custScaleX="141334" custLinFactNeighborX="12132">
        <dgm:presLayoutVars>
          <dgm:chMax val="3"/>
          <dgm:chPref val="3"/>
          <dgm:bulletEnabled val="1"/>
        </dgm:presLayoutVars>
      </dgm:prSet>
      <dgm:spPr/>
    </dgm:pt>
    <dgm:pt modelId="{9E74F41C-64A1-4013-99EF-237E1A2AD858}" type="pres">
      <dgm:prSet presAssocID="{18D15A4B-9008-4BE4-9A53-F397B50C578A}" presName="Accent" presStyleLbl="parChTrans1D1" presStyleIdx="2" presStyleCnt="3" custLinFactNeighborX="-2387"/>
      <dgm:spPr>
        <a:ln>
          <a:solidFill>
            <a:srgbClr val="FD9623"/>
          </a:solidFill>
        </a:ln>
      </dgm:spPr>
    </dgm:pt>
    <dgm:pt modelId="{A22EC97E-DEF7-4D76-8477-220002ECC334}" type="pres">
      <dgm:prSet presAssocID="{18D15A4B-9008-4BE4-9A53-F397B50C578A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47E1F07-81F8-4632-8853-46BC5C7B09C0}" type="presOf" srcId="{1642909F-57AF-44B3-830B-75EF982917CD}" destId="{4FFF5B19-E64D-4EC8-85BC-573E50EC126F}" srcOrd="0" destOrd="0" presId="urn:microsoft.com/office/officeart/2011/layout/TabList"/>
    <dgm:cxn modelId="{2C37EB2B-D8E5-4EE0-ABC6-BE16429C361E}" srcId="{44CB6216-2671-4BF7-B0FF-B78A7B6BE937}" destId="{4079C5A7-8AF9-4471-BE45-B0242399C442}" srcOrd="0" destOrd="0" parTransId="{F239B556-DF59-48BF-BAF5-238FD0DBFB3A}" sibTransId="{31AF6B93-522B-438D-8927-16544EF2FF66}"/>
    <dgm:cxn modelId="{A5D6EB34-0E5B-4E18-B80C-A66374BF30A9}" type="presOf" srcId="{4079C5A7-8AF9-4471-BE45-B0242399C442}" destId="{A37C2194-3F82-4EF8-9C23-965B7ACE2A0D}" srcOrd="0" destOrd="0" presId="urn:microsoft.com/office/officeart/2011/layout/TabList"/>
    <dgm:cxn modelId="{D8A4AA5F-0436-4E78-82F6-1B1B3E8EB2FE}" srcId="{B1B356DD-6070-4B79-8497-FE95DA42B28B}" destId="{2A7FB5C1-CC5B-4366-AF44-E8F1A64C335B}" srcOrd="0" destOrd="0" parTransId="{23796CBC-AF86-42B5-A79B-60C75E9AFF96}" sibTransId="{04F225CF-D328-4FA4-9BEA-ECEC5B5FF9E9}"/>
    <dgm:cxn modelId="{DB38C15F-1613-4E17-AC2D-F9002D2019F0}" srcId="{391A3F72-980C-4629-915C-D53D67BB6CD5}" destId="{B1B356DD-6070-4B79-8497-FE95DA42B28B}" srcOrd="1" destOrd="0" parTransId="{13AFDE62-E7D6-4466-A8E6-7C6255DF2042}" sibTransId="{F66AA09A-40C6-42E8-AE83-7AB5B5F662CB}"/>
    <dgm:cxn modelId="{C2354861-B016-4614-A235-372C879F93C2}" srcId="{18D15A4B-9008-4BE4-9A53-F397B50C578A}" destId="{EDD781A4-35DD-44A2-842A-463780DB8720}" srcOrd="1" destOrd="0" parTransId="{8133BDDC-0CCD-400A-9A06-191A77696F94}" sibTransId="{2F1FA436-168B-4F50-8E0F-958517CF240E}"/>
    <dgm:cxn modelId="{6A88E455-27BD-44E4-AEC8-6A1901701A40}" type="presOf" srcId="{44CB6216-2671-4BF7-B0FF-B78A7B6BE937}" destId="{D6E56653-00E3-4E91-9861-F9C995F9E416}" srcOrd="0" destOrd="0" presId="urn:microsoft.com/office/officeart/2011/layout/TabList"/>
    <dgm:cxn modelId="{9FCD4057-B0C3-4892-8331-ED54DF9E8594}" type="presOf" srcId="{EDD781A4-35DD-44A2-842A-463780DB8720}" destId="{A22EC97E-DEF7-4D76-8477-220002ECC334}" srcOrd="0" destOrd="0" presId="urn:microsoft.com/office/officeart/2011/layout/TabList"/>
    <dgm:cxn modelId="{0F4D105A-DA7E-4D14-A6BE-5F1B257BE82C}" type="presOf" srcId="{391A3F72-980C-4629-915C-D53D67BB6CD5}" destId="{8C95D0D3-FE60-423E-BB34-E244E4277349}" srcOrd="0" destOrd="0" presId="urn:microsoft.com/office/officeart/2011/layout/TabList"/>
    <dgm:cxn modelId="{088BA07F-7684-4918-86B0-BC5EA20670E0}" type="presOf" srcId="{18D15A4B-9008-4BE4-9A53-F397B50C578A}" destId="{FD1E8C21-3CB8-4D13-8062-9982DB05C36A}" srcOrd="0" destOrd="0" presId="urn:microsoft.com/office/officeart/2011/layout/TabList"/>
    <dgm:cxn modelId="{FD62808E-7FD3-453A-A46F-1D741907B100}" type="presOf" srcId="{F82B900D-2788-4572-BDAD-D093E8F21314}" destId="{18C676E1-C273-4C36-BEA4-B8DA5BF6587A}" srcOrd="0" destOrd="0" presId="urn:microsoft.com/office/officeart/2011/layout/TabList"/>
    <dgm:cxn modelId="{3F578BA7-1F97-4881-9C81-FF0551809071}" type="presOf" srcId="{C7DF9400-0B39-4E58-9BCB-5EA7F49ECA48}" destId="{293EBBE2-4C50-4A8C-8F65-E860D313C8FC}" srcOrd="0" destOrd="0" presId="urn:microsoft.com/office/officeart/2011/layout/TabList"/>
    <dgm:cxn modelId="{E447A0C1-D4EE-4E6B-958C-4E7EE54D5E8F}" srcId="{391A3F72-980C-4629-915C-D53D67BB6CD5}" destId="{18D15A4B-9008-4BE4-9A53-F397B50C578A}" srcOrd="2" destOrd="0" parTransId="{AD4D8F6F-2BF5-4720-93DE-85B177B9E897}" sibTransId="{AA812848-546D-4674-B6AA-7F48BA82216C}"/>
    <dgm:cxn modelId="{7631EECD-6F17-43FD-B7F8-76F14482F6DF}" srcId="{18D15A4B-9008-4BE4-9A53-F397B50C578A}" destId="{F82B900D-2788-4572-BDAD-D093E8F21314}" srcOrd="0" destOrd="0" parTransId="{C95D4E46-4098-490E-B2C0-B36C9C6CCB50}" sibTransId="{22C9C015-E440-438C-B3E2-8DD2EE46DA36}"/>
    <dgm:cxn modelId="{8060CBD3-07AC-4245-B534-FDAD6E72AC75}" type="presOf" srcId="{2A7FB5C1-CC5B-4366-AF44-E8F1A64C335B}" destId="{D5920479-1A21-428E-A01A-29FED4F11878}" srcOrd="0" destOrd="0" presId="urn:microsoft.com/office/officeart/2011/layout/TabList"/>
    <dgm:cxn modelId="{98F802D7-756D-439C-BAA9-84B7A774CC6B}" srcId="{B1B356DD-6070-4B79-8497-FE95DA42B28B}" destId="{C7DF9400-0B39-4E58-9BCB-5EA7F49ECA48}" srcOrd="1" destOrd="0" parTransId="{FA4F9B70-6C37-430B-8C5D-5E2D12DCA8F9}" sibTransId="{C12679F3-2261-43DD-99D9-833679E11129}"/>
    <dgm:cxn modelId="{DE7FD0EB-7286-4BED-BFD4-2059B3152BBB}" srcId="{391A3F72-980C-4629-915C-D53D67BB6CD5}" destId="{44CB6216-2671-4BF7-B0FF-B78A7B6BE937}" srcOrd="0" destOrd="0" parTransId="{4EC4A501-C7B8-458E-8F04-F4FEF68AB0B1}" sibTransId="{2ADB1A1F-9EF5-4454-88F7-7598BD9547CD}"/>
    <dgm:cxn modelId="{28CB5AEF-9C27-4E79-B7B8-8D286E5F7C88}" type="presOf" srcId="{B1B356DD-6070-4B79-8497-FE95DA42B28B}" destId="{6982F86F-F611-4706-B6C1-297B4F38EA4C}" srcOrd="0" destOrd="0" presId="urn:microsoft.com/office/officeart/2011/layout/TabList"/>
    <dgm:cxn modelId="{58245DF9-46B5-42D5-83A9-F729D79D0BA0}" srcId="{44CB6216-2671-4BF7-B0FF-B78A7B6BE937}" destId="{1642909F-57AF-44B3-830B-75EF982917CD}" srcOrd="1" destOrd="0" parTransId="{94141E5F-9505-4CE5-9A6F-06A0DED7EC77}" sibTransId="{9BAE85FD-B29E-44C5-A14F-AED8DE4E60E2}"/>
    <dgm:cxn modelId="{A2581B70-3462-47DA-B649-53BA7AB38EC7}" type="presParOf" srcId="{8C95D0D3-FE60-423E-BB34-E244E4277349}" destId="{130BD5B0-3922-40BD-A466-D7695299A910}" srcOrd="0" destOrd="0" presId="urn:microsoft.com/office/officeart/2011/layout/TabList"/>
    <dgm:cxn modelId="{159DA9DE-CF7B-41DA-B6E2-BC650F5C6A2E}" type="presParOf" srcId="{130BD5B0-3922-40BD-A466-D7695299A910}" destId="{A37C2194-3F82-4EF8-9C23-965B7ACE2A0D}" srcOrd="0" destOrd="0" presId="urn:microsoft.com/office/officeart/2011/layout/TabList"/>
    <dgm:cxn modelId="{D58E86E2-B887-4512-BD73-5A113B7821C5}" type="presParOf" srcId="{130BD5B0-3922-40BD-A466-D7695299A910}" destId="{D6E56653-00E3-4E91-9861-F9C995F9E416}" srcOrd="1" destOrd="0" presId="urn:microsoft.com/office/officeart/2011/layout/TabList"/>
    <dgm:cxn modelId="{FA400C04-B7C9-4A48-A8FC-92954EF0F532}" type="presParOf" srcId="{130BD5B0-3922-40BD-A466-D7695299A910}" destId="{8E4C433E-DAB1-41AD-9C85-B901B2C82EE9}" srcOrd="2" destOrd="0" presId="urn:microsoft.com/office/officeart/2011/layout/TabList"/>
    <dgm:cxn modelId="{0A4C6661-CC14-4E17-963D-11D11BDE1E41}" type="presParOf" srcId="{8C95D0D3-FE60-423E-BB34-E244E4277349}" destId="{4FFF5B19-E64D-4EC8-85BC-573E50EC126F}" srcOrd="1" destOrd="0" presId="urn:microsoft.com/office/officeart/2011/layout/TabList"/>
    <dgm:cxn modelId="{743D6E7E-B47E-40B2-8F1F-329065791387}" type="presParOf" srcId="{8C95D0D3-FE60-423E-BB34-E244E4277349}" destId="{9ED02E2B-15DC-4E0B-A177-1987D8792CA7}" srcOrd="2" destOrd="0" presId="urn:microsoft.com/office/officeart/2011/layout/TabList"/>
    <dgm:cxn modelId="{E4CCEE36-BC47-4FC1-8B10-DE23CB07EDBD}" type="presParOf" srcId="{8C95D0D3-FE60-423E-BB34-E244E4277349}" destId="{A9B88AAF-5F27-4D62-B81A-E3C9A3D3E36C}" srcOrd="3" destOrd="0" presId="urn:microsoft.com/office/officeart/2011/layout/TabList"/>
    <dgm:cxn modelId="{6ACB5E27-AB0B-4A74-B04A-F7A3A7972D19}" type="presParOf" srcId="{A9B88AAF-5F27-4D62-B81A-E3C9A3D3E36C}" destId="{D5920479-1A21-428E-A01A-29FED4F11878}" srcOrd="0" destOrd="0" presId="urn:microsoft.com/office/officeart/2011/layout/TabList"/>
    <dgm:cxn modelId="{845900C8-BD24-44E4-B542-01AA4AFA5709}" type="presParOf" srcId="{A9B88AAF-5F27-4D62-B81A-E3C9A3D3E36C}" destId="{6982F86F-F611-4706-B6C1-297B4F38EA4C}" srcOrd="1" destOrd="0" presId="urn:microsoft.com/office/officeart/2011/layout/TabList"/>
    <dgm:cxn modelId="{AC4D5BA5-14AF-4E88-9063-F113B5719074}" type="presParOf" srcId="{A9B88AAF-5F27-4D62-B81A-E3C9A3D3E36C}" destId="{09A00FCB-BE2C-4110-9493-5B309C33E2AD}" srcOrd="2" destOrd="0" presId="urn:microsoft.com/office/officeart/2011/layout/TabList"/>
    <dgm:cxn modelId="{692261E4-9C6E-4606-B1C8-D01E844C2324}" type="presParOf" srcId="{8C95D0D3-FE60-423E-BB34-E244E4277349}" destId="{293EBBE2-4C50-4A8C-8F65-E860D313C8FC}" srcOrd="4" destOrd="0" presId="urn:microsoft.com/office/officeart/2011/layout/TabList"/>
    <dgm:cxn modelId="{B243A775-8CE4-4047-ACBA-268B3F69FBDF}" type="presParOf" srcId="{8C95D0D3-FE60-423E-BB34-E244E4277349}" destId="{06B0251D-5C37-4E7B-91AA-6093EC7E1296}" srcOrd="5" destOrd="0" presId="urn:microsoft.com/office/officeart/2011/layout/TabList"/>
    <dgm:cxn modelId="{A4E2D106-7E4C-453D-899A-0C39E3EA63CF}" type="presParOf" srcId="{8C95D0D3-FE60-423E-BB34-E244E4277349}" destId="{6BA0A466-62FB-4AB5-97FF-F750EB7A518D}" srcOrd="6" destOrd="0" presId="urn:microsoft.com/office/officeart/2011/layout/TabList"/>
    <dgm:cxn modelId="{51BDDE25-8F37-42E7-9D73-B82488548052}" type="presParOf" srcId="{6BA0A466-62FB-4AB5-97FF-F750EB7A518D}" destId="{18C676E1-C273-4C36-BEA4-B8DA5BF6587A}" srcOrd="0" destOrd="0" presId="urn:microsoft.com/office/officeart/2011/layout/TabList"/>
    <dgm:cxn modelId="{9ED7DD92-EAA7-4DF6-8CC0-CA22B371B380}" type="presParOf" srcId="{6BA0A466-62FB-4AB5-97FF-F750EB7A518D}" destId="{FD1E8C21-3CB8-4D13-8062-9982DB05C36A}" srcOrd="1" destOrd="0" presId="urn:microsoft.com/office/officeart/2011/layout/TabList"/>
    <dgm:cxn modelId="{D27A201B-7282-4C03-AF68-0C995D746355}" type="presParOf" srcId="{6BA0A466-62FB-4AB5-97FF-F750EB7A518D}" destId="{9E74F41C-64A1-4013-99EF-237E1A2AD858}" srcOrd="2" destOrd="0" presId="urn:microsoft.com/office/officeart/2011/layout/TabList"/>
    <dgm:cxn modelId="{1EDAA082-9453-422A-82DD-828BA7D7CEBD}" type="presParOf" srcId="{8C95D0D3-FE60-423E-BB34-E244E4277349}" destId="{A22EC97E-DEF7-4D76-8477-220002ECC334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1A3F72-980C-4629-915C-D53D67BB6CD5}" type="doc">
      <dgm:prSet loTypeId="urn:microsoft.com/office/officeart/2011/layout/Tab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4CB6216-2671-4BF7-B0FF-B78A7B6BE937}">
      <dgm:prSet phldrT="[Text]" custT="1"/>
      <dgm:spPr>
        <a:solidFill>
          <a:srgbClr val="FD9623"/>
        </a:solidFill>
        <a:ln>
          <a:solidFill>
            <a:srgbClr val="FD9623"/>
          </a:solidFill>
        </a:ln>
      </dgm:spPr>
      <dgm:t>
        <a:bodyPr/>
        <a:lstStyle/>
        <a:p>
          <a:r>
            <a:rPr lang="en-US" sz="1400" b="1" dirty="0">
              <a:latin typeface="TT Fors Bold" panose="020B0604020202020204" charset="0"/>
            </a:rPr>
            <a:t>Front-end Developer</a:t>
          </a:r>
          <a:endParaRPr lang="en-US" sz="1400" dirty="0">
            <a:latin typeface="TT Fors Bold" panose="020B0604020202020204" charset="0"/>
          </a:endParaRPr>
        </a:p>
      </dgm:t>
    </dgm:pt>
    <dgm:pt modelId="{4EC4A501-C7B8-458E-8F04-F4FEF68AB0B1}" type="parTrans" cxnId="{DE7FD0EB-7286-4BED-BFD4-2059B3152BBB}">
      <dgm:prSet/>
      <dgm:spPr/>
      <dgm:t>
        <a:bodyPr/>
        <a:lstStyle/>
        <a:p>
          <a:endParaRPr lang="en-US"/>
        </a:p>
      </dgm:t>
    </dgm:pt>
    <dgm:pt modelId="{2ADB1A1F-9EF5-4454-88F7-7598BD9547CD}" type="sibTrans" cxnId="{DE7FD0EB-7286-4BED-BFD4-2059B3152BBB}">
      <dgm:prSet/>
      <dgm:spPr/>
      <dgm:t>
        <a:bodyPr/>
        <a:lstStyle/>
        <a:p>
          <a:endParaRPr lang="en-US"/>
        </a:p>
      </dgm:t>
    </dgm:pt>
    <dgm:pt modelId="{4079C5A7-8AF9-4471-BE45-B0242399C442}">
      <dgm:prSet phldrT="[Text]" custT="1"/>
      <dgm:spPr/>
      <dgm:t>
        <a:bodyPr/>
        <a:lstStyle/>
        <a:p>
          <a:r>
            <a:rPr lang="en-US" sz="2000" b="1" dirty="0" err="1"/>
            <a:t>Soualmi</a:t>
          </a:r>
          <a:r>
            <a:rPr lang="en-US" sz="2000" b="1" dirty="0"/>
            <a:t> </a:t>
          </a:r>
          <a:r>
            <a:rPr lang="en-US" sz="2000" b="1" dirty="0" err="1"/>
            <a:t>abdennour</a:t>
          </a:r>
          <a:endParaRPr lang="en-US" sz="2000" dirty="0"/>
        </a:p>
      </dgm:t>
    </dgm:pt>
    <dgm:pt modelId="{F239B556-DF59-48BF-BAF5-238FD0DBFB3A}" type="parTrans" cxnId="{2C37EB2B-D8E5-4EE0-ABC6-BE16429C361E}">
      <dgm:prSet/>
      <dgm:spPr/>
      <dgm:t>
        <a:bodyPr/>
        <a:lstStyle/>
        <a:p>
          <a:endParaRPr lang="en-US"/>
        </a:p>
      </dgm:t>
    </dgm:pt>
    <dgm:pt modelId="{31AF6B93-522B-438D-8927-16544EF2FF66}" type="sibTrans" cxnId="{2C37EB2B-D8E5-4EE0-ABC6-BE16429C361E}">
      <dgm:prSet/>
      <dgm:spPr/>
      <dgm:t>
        <a:bodyPr/>
        <a:lstStyle/>
        <a:p>
          <a:endParaRPr lang="en-US"/>
        </a:p>
      </dgm:t>
    </dgm:pt>
    <dgm:pt modelId="{1642909F-57AF-44B3-830B-75EF982917CD}">
      <dgm:prSet phldrT="[Text]" custT="1"/>
      <dgm:spPr/>
      <dgm:t>
        <a:bodyPr/>
        <a:lstStyle/>
        <a:p>
          <a:r>
            <a:rPr lang="en-US" sz="2000" dirty="0">
              <a:latin typeface="TT Fors Bold" panose="020B0604020202020204" charset="0"/>
            </a:rPr>
            <a:t>a.soualmi@esi-sba.dz</a:t>
          </a:r>
        </a:p>
      </dgm:t>
    </dgm:pt>
    <dgm:pt modelId="{94141E5F-9505-4CE5-9A6F-06A0DED7EC77}" type="parTrans" cxnId="{58245DF9-46B5-42D5-83A9-F729D79D0BA0}">
      <dgm:prSet/>
      <dgm:spPr/>
      <dgm:t>
        <a:bodyPr/>
        <a:lstStyle/>
        <a:p>
          <a:endParaRPr lang="en-US"/>
        </a:p>
      </dgm:t>
    </dgm:pt>
    <dgm:pt modelId="{9BAE85FD-B29E-44C5-A14F-AED8DE4E60E2}" type="sibTrans" cxnId="{58245DF9-46B5-42D5-83A9-F729D79D0BA0}">
      <dgm:prSet/>
      <dgm:spPr/>
      <dgm:t>
        <a:bodyPr/>
        <a:lstStyle/>
        <a:p>
          <a:endParaRPr lang="en-US"/>
        </a:p>
      </dgm:t>
    </dgm:pt>
    <dgm:pt modelId="{B1B356DD-6070-4B79-8497-FE95DA42B28B}">
      <dgm:prSet phldrT="[Text]" custT="1"/>
      <dgm:spPr>
        <a:solidFill>
          <a:srgbClr val="FD9623"/>
        </a:solidFill>
        <a:ln>
          <a:solidFill>
            <a:srgbClr val="FD9623"/>
          </a:solidFill>
        </a:ln>
      </dgm:spPr>
      <dgm:t>
        <a:bodyPr/>
        <a:lstStyle/>
        <a:p>
          <a:r>
            <a:rPr lang="en-US" sz="1400" b="1" dirty="0">
              <a:latin typeface="TT Fors Bold" panose="020B0604020202020204" charset="0"/>
            </a:rPr>
            <a:t>Front-end Developer</a:t>
          </a:r>
          <a:endParaRPr lang="en-US" sz="1400" dirty="0">
            <a:latin typeface="TT Fors Bold" panose="020B0604020202020204" charset="0"/>
          </a:endParaRPr>
        </a:p>
      </dgm:t>
    </dgm:pt>
    <dgm:pt modelId="{13AFDE62-E7D6-4466-A8E6-7C6255DF2042}" type="parTrans" cxnId="{DB38C15F-1613-4E17-AC2D-F9002D2019F0}">
      <dgm:prSet/>
      <dgm:spPr/>
      <dgm:t>
        <a:bodyPr/>
        <a:lstStyle/>
        <a:p>
          <a:endParaRPr lang="en-US"/>
        </a:p>
      </dgm:t>
    </dgm:pt>
    <dgm:pt modelId="{F66AA09A-40C6-42E8-AE83-7AB5B5F662CB}" type="sibTrans" cxnId="{DB38C15F-1613-4E17-AC2D-F9002D2019F0}">
      <dgm:prSet/>
      <dgm:spPr/>
      <dgm:t>
        <a:bodyPr/>
        <a:lstStyle/>
        <a:p>
          <a:endParaRPr lang="en-US"/>
        </a:p>
      </dgm:t>
    </dgm:pt>
    <dgm:pt modelId="{2A7FB5C1-CC5B-4366-AF44-E8F1A64C335B}">
      <dgm:prSet phldrT="[Text]" custT="1"/>
      <dgm:spPr/>
      <dgm:t>
        <a:bodyPr/>
        <a:lstStyle/>
        <a:p>
          <a:r>
            <a:rPr lang="en-US" sz="2000" b="1" dirty="0" err="1"/>
            <a:t>Azeroual</a:t>
          </a:r>
          <a:r>
            <a:rPr lang="en-US" sz="2000" b="1" dirty="0"/>
            <a:t> taha </a:t>
          </a:r>
          <a:r>
            <a:rPr lang="en-US" sz="2000" b="1" dirty="0" err="1"/>
            <a:t>el</a:t>
          </a:r>
          <a:r>
            <a:rPr lang="en-US" sz="2000" b="1" dirty="0"/>
            <a:t> amine</a:t>
          </a:r>
          <a:endParaRPr lang="en-US" sz="2000" dirty="0"/>
        </a:p>
      </dgm:t>
    </dgm:pt>
    <dgm:pt modelId="{23796CBC-AF86-42B5-A79B-60C75E9AFF96}" type="parTrans" cxnId="{D8A4AA5F-0436-4E78-82F6-1B1B3E8EB2FE}">
      <dgm:prSet/>
      <dgm:spPr/>
      <dgm:t>
        <a:bodyPr/>
        <a:lstStyle/>
        <a:p>
          <a:endParaRPr lang="en-US"/>
        </a:p>
      </dgm:t>
    </dgm:pt>
    <dgm:pt modelId="{04F225CF-D328-4FA4-9BEA-ECEC5B5FF9E9}" type="sibTrans" cxnId="{D8A4AA5F-0436-4E78-82F6-1B1B3E8EB2FE}">
      <dgm:prSet/>
      <dgm:spPr/>
      <dgm:t>
        <a:bodyPr/>
        <a:lstStyle/>
        <a:p>
          <a:endParaRPr lang="en-US"/>
        </a:p>
      </dgm:t>
    </dgm:pt>
    <dgm:pt modelId="{C7DF9400-0B39-4E58-9BCB-5EA7F49ECA48}">
      <dgm:prSet phldrT="[Text]" custT="1"/>
      <dgm:spPr/>
      <dgm:t>
        <a:bodyPr/>
        <a:lstStyle/>
        <a:p>
          <a:r>
            <a:rPr lang="en-US" sz="2000" dirty="0">
              <a:latin typeface="TT Fors Bold" panose="020B0604020202020204" charset="0"/>
            </a:rPr>
            <a:t>Te.azeroual@esi-sba.dz</a:t>
          </a:r>
        </a:p>
      </dgm:t>
    </dgm:pt>
    <dgm:pt modelId="{FA4F9B70-6C37-430B-8C5D-5E2D12DCA8F9}" type="parTrans" cxnId="{98F802D7-756D-439C-BAA9-84B7A774CC6B}">
      <dgm:prSet/>
      <dgm:spPr/>
      <dgm:t>
        <a:bodyPr/>
        <a:lstStyle/>
        <a:p>
          <a:endParaRPr lang="en-US"/>
        </a:p>
      </dgm:t>
    </dgm:pt>
    <dgm:pt modelId="{C12679F3-2261-43DD-99D9-833679E11129}" type="sibTrans" cxnId="{98F802D7-756D-439C-BAA9-84B7A774CC6B}">
      <dgm:prSet/>
      <dgm:spPr/>
      <dgm:t>
        <a:bodyPr/>
        <a:lstStyle/>
        <a:p>
          <a:endParaRPr lang="en-US"/>
        </a:p>
      </dgm:t>
    </dgm:pt>
    <dgm:pt modelId="{18D15A4B-9008-4BE4-9A53-F397B50C578A}">
      <dgm:prSet phldrT="[Text]" custT="1"/>
      <dgm:spPr>
        <a:solidFill>
          <a:srgbClr val="FD9623"/>
        </a:solidFill>
        <a:ln>
          <a:solidFill>
            <a:srgbClr val="FD9623"/>
          </a:solidFill>
        </a:ln>
      </dgm:spPr>
      <dgm:t>
        <a:bodyPr/>
        <a:lstStyle/>
        <a:p>
          <a:r>
            <a:rPr lang="en-US" sz="1400" b="1" dirty="0">
              <a:latin typeface="TT Fors Bold" panose="020B0604020202020204" charset="0"/>
            </a:rPr>
            <a:t>UX/UI designer </a:t>
          </a:r>
          <a:endParaRPr lang="en-US" sz="1400" dirty="0">
            <a:latin typeface="TT Fors Bold" panose="020B0604020202020204" charset="0"/>
          </a:endParaRPr>
        </a:p>
      </dgm:t>
    </dgm:pt>
    <dgm:pt modelId="{AD4D8F6F-2BF5-4720-93DE-85B177B9E897}" type="parTrans" cxnId="{E447A0C1-D4EE-4E6B-958C-4E7EE54D5E8F}">
      <dgm:prSet/>
      <dgm:spPr/>
      <dgm:t>
        <a:bodyPr/>
        <a:lstStyle/>
        <a:p>
          <a:endParaRPr lang="en-US"/>
        </a:p>
      </dgm:t>
    </dgm:pt>
    <dgm:pt modelId="{AA812848-546D-4674-B6AA-7F48BA82216C}" type="sibTrans" cxnId="{E447A0C1-D4EE-4E6B-958C-4E7EE54D5E8F}">
      <dgm:prSet/>
      <dgm:spPr/>
      <dgm:t>
        <a:bodyPr/>
        <a:lstStyle/>
        <a:p>
          <a:endParaRPr lang="en-US"/>
        </a:p>
      </dgm:t>
    </dgm:pt>
    <dgm:pt modelId="{F82B900D-2788-4572-BDAD-D093E8F21314}">
      <dgm:prSet phldrT="[Text]" custT="1"/>
      <dgm:spPr/>
      <dgm:t>
        <a:bodyPr/>
        <a:lstStyle/>
        <a:p>
          <a:r>
            <a:rPr lang="en-US" sz="2000" b="1" dirty="0" err="1"/>
            <a:t>Behlouli</a:t>
          </a:r>
          <a:r>
            <a:rPr lang="en-US" sz="2000" b="1" dirty="0"/>
            <a:t> </a:t>
          </a:r>
          <a:r>
            <a:rPr lang="en-US" sz="2000" b="1" dirty="0" err="1"/>
            <a:t>mohamed</a:t>
          </a:r>
          <a:r>
            <a:rPr lang="en-US" sz="2000" b="1" dirty="0"/>
            <a:t> </a:t>
          </a:r>
          <a:r>
            <a:rPr lang="en-US" sz="2000" b="1" dirty="0" err="1"/>
            <a:t>hassen</a:t>
          </a:r>
          <a:endParaRPr lang="en-US" sz="2000" dirty="0"/>
        </a:p>
      </dgm:t>
    </dgm:pt>
    <dgm:pt modelId="{C95D4E46-4098-490E-B2C0-B36C9C6CCB50}" type="parTrans" cxnId="{7631EECD-6F17-43FD-B7F8-76F14482F6DF}">
      <dgm:prSet/>
      <dgm:spPr/>
      <dgm:t>
        <a:bodyPr/>
        <a:lstStyle/>
        <a:p>
          <a:endParaRPr lang="en-US"/>
        </a:p>
      </dgm:t>
    </dgm:pt>
    <dgm:pt modelId="{22C9C015-E440-438C-B3E2-8DD2EE46DA36}" type="sibTrans" cxnId="{7631EECD-6F17-43FD-B7F8-76F14482F6DF}">
      <dgm:prSet/>
      <dgm:spPr/>
      <dgm:t>
        <a:bodyPr/>
        <a:lstStyle/>
        <a:p>
          <a:endParaRPr lang="en-US"/>
        </a:p>
      </dgm:t>
    </dgm:pt>
    <dgm:pt modelId="{EDD781A4-35DD-44A2-842A-463780DB8720}">
      <dgm:prSet phldrT="[Text]" custT="1"/>
      <dgm:spPr/>
      <dgm:t>
        <a:bodyPr/>
        <a:lstStyle/>
        <a:p>
          <a:r>
            <a:rPr lang="en-US" sz="2000" dirty="0">
              <a:latin typeface="TT Fors Bold" panose="020B0604020202020204" charset="0"/>
            </a:rPr>
            <a:t>mh.behlouli@esi-sba.dz</a:t>
          </a:r>
        </a:p>
      </dgm:t>
    </dgm:pt>
    <dgm:pt modelId="{8133BDDC-0CCD-400A-9A06-191A77696F94}" type="parTrans" cxnId="{C2354861-B016-4614-A235-372C879F93C2}">
      <dgm:prSet/>
      <dgm:spPr/>
      <dgm:t>
        <a:bodyPr/>
        <a:lstStyle/>
        <a:p>
          <a:endParaRPr lang="en-US"/>
        </a:p>
      </dgm:t>
    </dgm:pt>
    <dgm:pt modelId="{2F1FA436-168B-4F50-8E0F-958517CF240E}" type="sibTrans" cxnId="{C2354861-B016-4614-A235-372C879F93C2}">
      <dgm:prSet/>
      <dgm:spPr/>
      <dgm:t>
        <a:bodyPr/>
        <a:lstStyle/>
        <a:p>
          <a:endParaRPr lang="en-US"/>
        </a:p>
      </dgm:t>
    </dgm:pt>
    <dgm:pt modelId="{8C95D0D3-FE60-423E-BB34-E244E4277349}" type="pres">
      <dgm:prSet presAssocID="{391A3F72-980C-4629-915C-D53D67BB6CD5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30BD5B0-3922-40BD-A466-D7695299A910}" type="pres">
      <dgm:prSet presAssocID="{44CB6216-2671-4BF7-B0FF-B78A7B6BE937}" presName="composite" presStyleCnt="0"/>
      <dgm:spPr/>
    </dgm:pt>
    <dgm:pt modelId="{A37C2194-3F82-4EF8-9C23-965B7ACE2A0D}" type="pres">
      <dgm:prSet presAssocID="{44CB6216-2671-4BF7-B0FF-B78A7B6BE937}" presName="FirstChild" presStyleLbl="revTx" presStyleIdx="0" presStyleCnt="6" custScaleX="77732">
        <dgm:presLayoutVars>
          <dgm:chMax val="0"/>
          <dgm:chPref val="0"/>
          <dgm:bulletEnabled val="1"/>
        </dgm:presLayoutVars>
      </dgm:prSet>
      <dgm:spPr/>
    </dgm:pt>
    <dgm:pt modelId="{D6E56653-00E3-4E91-9861-F9C995F9E416}" type="pres">
      <dgm:prSet presAssocID="{44CB6216-2671-4BF7-B0FF-B78A7B6BE937}" presName="Parent" presStyleLbl="alignNode1" presStyleIdx="0" presStyleCnt="3" custScaleX="140772" custLinFactNeighborX="11552">
        <dgm:presLayoutVars>
          <dgm:chMax val="3"/>
          <dgm:chPref val="3"/>
          <dgm:bulletEnabled val="1"/>
        </dgm:presLayoutVars>
      </dgm:prSet>
      <dgm:spPr/>
    </dgm:pt>
    <dgm:pt modelId="{8E4C433E-DAB1-41AD-9C85-B901B2C82EE9}" type="pres">
      <dgm:prSet presAssocID="{44CB6216-2671-4BF7-B0FF-B78A7B6BE937}" presName="Accent" presStyleLbl="parChTrans1D1" presStyleIdx="0" presStyleCnt="3" custLinFactNeighborX="-2471" custLinFactNeighborY="39977"/>
      <dgm:spPr>
        <a:solidFill>
          <a:srgbClr val="FD9623"/>
        </a:solidFill>
        <a:ln>
          <a:solidFill>
            <a:srgbClr val="FD9623"/>
          </a:solidFill>
        </a:ln>
      </dgm:spPr>
    </dgm:pt>
    <dgm:pt modelId="{4FFF5B19-E64D-4EC8-85BC-573E50EC126F}" type="pres">
      <dgm:prSet presAssocID="{44CB6216-2671-4BF7-B0FF-B78A7B6BE937}" presName="Child" presStyleLbl="revTx" presStyleIdx="1" presStyleCnt="6" custScaleY="43033">
        <dgm:presLayoutVars>
          <dgm:chMax val="0"/>
          <dgm:chPref val="0"/>
          <dgm:bulletEnabled val="1"/>
        </dgm:presLayoutVars>
      </dgm:prSet>
      <dgm:spPr/>
    </dgm:pt>
    <dgm:pt modelId="{9ED02E2B-15DC-4E0B-A177-1987D8792CA7}" type="pres">
      <dgm:prSet presAssocID="{2ADB1A1F-9EF5-4454-88F7-7598BD9547CD}" presName="sibTrans" presStyleCnt="0"/>
      <dgm:spPr/>
    </dgm:pt>
    <dgm:pt modelId="{A9B88AAF-5F27-4D62-B81A-E3C9A3D3E36C}" type="pres">
      <dgm:prSet presAssocID="{B1B356DD-6070-4B79-8497-FE95DA42B28B}" presName="composite" presStyleCnt="0"/>
      <dgm:spPr/>
    </dgm:pt>
    <dgm:pt modelId="{D5920479-1A21-428E-A01A-29FED4F11878}" type="pres">
      <dgm:prSet presAssocID="{B1B356DD-6070-4B79-8497-FE95DA42B28B}" presName="FirstChild" presStyleLbl="revTx" presStyleIdx="2" presStyleCnt="6" custScaleX="77907">
        <dgm:presLayoutVars>
          <dgm:chMax val="0"/>
          <dgm:chPref val="0"/>
          <dgm:bulletEnabled val="1"/>
        </dgm:presLayoutVars>
      </dgm:prSet>
      <dgm:spPr/>
    </dgm:pt>
    <dgm:pt modelId="{6982F86F-F611-4706-B6C1-297B4F38EA4C}" type="pres">
      <dgm:prSet presAssocID="{B1B356DD-6070-4B79-8497-FE95DA42B28B}" presName="Parent" presStyleLbl="alignNode1" presStyleIdx="1" presStyleCnt="3" custScaleX="140875" custLinFactNeighborX="10972">
        <dgm:presLayoutVars>
          <dgm:chMax val="3"/>
          <dgm:chPref val="3"/>
          <dgm:bulletEnabled val="1"/>
        </dgm:presLayoutVars>
      </dgm:prSet>
      <dgm:spPr/>
    </dgm:pt>
    <dgm:pt modelId="{09A00FCB-BE2C-4110-9493-5B309C33E2AD}" type="pres">
      <dgm:prSet presAssocID="{B1B356DD-6070-4B79-8497-FE95DA42B28B}" presName="Accent" presStyleLbl="parChTrans1D1" presStyleIdx="1" presStyleCnt="3" custLinFactNeighborX="-2357"/>
      <dgm:spPr>
        <a:solidFill>
          <a:srgbClr val="FD9623"/>
        </a:solidFill>
        <a:ln>
          <a:solidFill>
            <a:srgbClr val="FD9623"/>
          </a:solidFill>
        </a:ln>
      </dgm:spPr>
    </dgm:pt>
    <dgm:pt modelId="{293EBBE2-4C50-4A8C-8F65-E860D313C8FC}" type="pres">
      <dgm:prSet presAssocID="{B1B356DD-6070-4B79-8497-FE95DA42B28B}" presName="Child" presStyleLbl="revTx" presStyleIdx="3" presStyleCnt="6" custScaleY="36712">
        <dgm:presLayoutVars>
          <dgm:chMax val="0"/>
          <dgm:chPref val="0"/>
          <dgm:bulletEnabled val="1"/>
        </dgm:presLayoutVars>
      </dgm:prSet>
      <dgm:spPr/>
    </dgm:pt>
    <dgm:pt modelId="{06B0251D-5C37-4E7B-91AA-6093EC7E1296}" type="pres">
      <dgm:prSet presAssocID="{F66AA09A-40C6-42E8-AE83-7AB5B5F662CB}" presName="sibTrans" presStyleCnt="0"/>
      <dgm:spPr/>
    </dgm:pt>
    <dgm:pt modelId="{6BA0A466-62FB-4AB5-97FF-F750EB7A518D}" type="pres">
      <dgm:prSet presAssocID="{18D15A4B-9008-4BE4-9A53-F397B50C578A}" presName="composite" presStyleCnt="0"/>
      <dgm:spPr/>
    </dgm:pt>
    <dgm:pt modelId="{18C676E1-C273-4C36-BEA4-B8DA5BF6587A}" type="pres">
      <dgm:prSet presAssocID="{18D15A4B-9008-4BE4-9A53-F397B50C578A}" presName="FirstChild" presStyleLbl="revTx" presStyleIdx="4" presStyleCnt="6" custScaleX="83168" custScaleY="100423" custLinFactNeighborX="3575">
        <dgm:presLayoutVars>
          <dgm:chMax val="0"/>
          <dgm:chPref val="0"/>
          <dgm:bulletEnabled val="1"/>
        </dgm:presLayoutVars>
      </dgm:prSet>
      <dgm:spPr/>
    </dgm:pt>
    <dgm:pt modelId="{FD1E8C21-3CB8-4D13-8062-9982DB05C36A}" type="pres">
      <dgm:prSet presAssocID="{18D15A4B-9008-4BE4-9A53-F397B50C578A}" presName="Parent" presStyleLbl="alignNode1" presStyleIdx="2" presStyleCnt="3" custScaleX="141334" custLinFactNeighborX="12132">
        <dgm:presLayoutVars>
          <dgm:chMax val="3"/>
          <dgm:chPref val="3"/>
          <dgm:bulletEnabled val="1"/>
        </dgm:presLayoutVars>
      </dgm:prSet>
      <dgm:spPr/>
    </dgm:pt>
    <dgm:pt modelId="{9E74F41C-64A1-4013-99EF-237E1A2AD858}" type="pres">
      <dgm:prSet presAssocID="{18D15A4B-9008-4BE4-9A53-F397B50C578A}" presName="Accent" presStyleLbl="parChTrans1D1" presStyleIdx="2" presStyleCnt="3" custLinFactNeighborX="-2387"/>
      <dgm:spPr>
        <a:solidFill>
          <a:srgbClr val="FD9623"/>
        </a:solidFill>
        <a:ln>
          <a:solidFill>
            <a:srgbClr val="FD9623"/>
          </a:solidFill>
        </a:ln>
      </dgm:spPr>
    </dgm:pt>
    <dgm:pt modelId="{A22EC97E-DEF7-4D76-8477-220002ECC334}" type="pres">
      <dgm:prSet presAssocID="{18D15A4B-9008-4BE4-9A53-F397B50C578A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47E1F07-81F8-4632-8853-46BC5C7B09C0}" type="presOf" srcId="{1642909F-57AF-44B3-830B-75EF982917CD}" destId="{4FFF5B19-E64D-4EC8-85BC-573E50EC126F}" srcOrd="0" destOrd="0" presId="urn:microsoft.com/office/officeart/2011/layout/TabList"/>
    <dgm:cxn modelId="{2C37EB2B-D8E5-4EE0-ABC6-BE16429C361E}" srcId="{44CB6216-2671-4BF7-B0FF-B78A7B6BE937}" destId="{4079C5A7-8AF9-4471-BE45-B0242399C442}" srcOrd="0" destOrd="0" parTransId="{F239B556-DF59-48BF-BAF5-238FD0DBFB3A}" sibTransId="{31AF6B93-522B-438D-8927-16544EF2FF66}"/>
    <dgm:cxn modelId="{A5D6EB34-0E5B-4E18-B80C-A66374BF30A9}" type="presOf" srcId="{4079C5A7-8AF9-4471-BE45-B0242399C442}" destId="{A37C2194-3F82-4EF8-9C23-965B7ACE2A0D}" srcOrd="0" destOrd="0" presId="urn:microsoft.com/office/officeart/2011/layout/TabList"/>
    <dgm:cxn modelId="{D8A4AA5F-0436-4E78-82F6-1B1B3E8EB2FE}" srcId="{B1B356DD-6070-4B79-8497-FE95DA42B28B}" destId="{2A7FB5C1-CC5B-4366-AF44-E8F1A64C335B}" srcOrd="0" destOrd="0" parTransId="{23796CBC-AF86-42B5-A79B-60C75E9AFF96}" sibTransId="{04F225CF-D328-4FA4-9BEA-ECEC5B5FF9E9}"/>
    <dgm:cxn modelId="{DB38C15F-1613-4E17-AC2D-F9002D2019F0}" srcId="{391A3F72-980C-4629-915C-D53D67BB6CD5}" destId="{B1B356DD-6070-4B79-8497-FE95DA42B28B}" srcOrd="1" destOrd="0" parTransId="{13AFDE62-E7D6-4466-A8E6-7C6255DF2042}" sibTransId="{F66AA09A-40C6-42E8-AE83-7AB5B5F662CB}"/>
    <dgm:cxn modelId="{C2354861-B016-4614-A235-372C879F93C2}" srcId="{18D15A4B-9008-4BE4-9A53-F397B50C578A}" destId="{EDD781A4-35DD-44A2-842A-463780DB8720}" srcOrd="1" destOrd="0" parTransId="{8133BDDC-0CCD-400A-9A06-191A77696F94}" sibTransId="{2F1FA436-168B-4F50-8E0F-958517CF240E}"/>
    <dgm:cxn modelId="{6A88E455-27BD-44E4-AEC8-6A1901701A40}" type="presOf" srcId="{44CB6216-2671-4BF7-B0FF-B78A7B6BE937}" destId="{D6E56653-00E3-4E91-9861-F9C995F9E416}" srcOrd="0" destOrd="0" presId="urn:microsoft.com/office/officeart/2011/layout/TabList"/>
    <dgm:cxn modelId="{9FCD4057-B0C3-4892-8331-ED54DF9E8594}" type="presOf" srcId="{EDD781A4-35DD-44A2-842A-463780DB8720}" destId="{A22EC97E-DEF7-4D76-8477-220002ECC334}" srcOrd="0" destOrd="0" presId="urn:microsoft.com/office/officeart/2011/layout/TabList"/>
    <dgm:cxn modelId="{0F4D105A-DA7E-4D14-A6BE-5F1B257BE82C}" type="presOf" srcId="{391A3F72-980C-4629-915C-D53D67BB6CD5}" destId="{8C95D0D3-FE60-423E-BB34-E244E4277349}" srcOrd="0" destOrd="0" presId="urn:microsoft.com/office/officeart/2011/layout/TabList"/>
    <dgm:cxn modelId="{088BA07F-7684-4918-86B0-BC5EA20670E0}" type="presOf" srcId="{18D15A4B-9008-4BE4-9A53-F397B50C578A}" destId="{FD1E8C21-3CB8-4D13-8062-9982DB05C36A}" srcOrd="0" destOrd="0" presId="urn:microsoft.com/office/officeart/2011/layout/TabList"/>
    <dgm:cxn modelId="{FD62808E-7FD3-453A-A46F-1D741907B100}" type="presOf" srcId="{F82B900D-2788-4572-BDAD-D093E8F21314}" destId="{18C676E1-C273-4C36-BEA4-B8DA5BF6587A}" srcOrd="0" destOrd="0" presId="urn:microsoft.com/office/officeart/2011/layout/TabList"/>
    <dgm:cxn modelId="{3F578BA7-1F97-4881-9C81-FF0551809071}" type="presOf" srcId="{C7DF9400-0B39-4E58-9BCB-5EA7F49ECA48}" destId="{293EBBE2-4C50-4A8C-8F65-E860D313C8FC}" srcOrd="0" destOrd="0" presId="urn:microsoft.com/office/officeart/2011/layout/TabList"/>
    <dgm:cxn modelId="{E447A0C1-D4EE-4E6B-958C-4E7EE54D5E8F}" srcId="{391A3F72-980C-4629-915C-D53D67BB6CD5}" destId="{18D15A4B-9008-4BE4-9A53-F397B50C578A}" srcOrd="2" destOrd="0" parTransId="{AD4D8F6F-2BF5-4720-93DE-85B177B9E897}" sibTransId="{AA812848-546D-4674-B6AA-7F48BA82216C}"/>
    <dgm:cxn modelId="{7631EECD-6F17-43FD-B7F8-76F14482F6DF}" srcId="{18D15A4B-9008-4BE4-9A53-F397B50C578A}" destId="{F82B900D-2788-4572-BDAD-D093E8F21314}" srcOrd="0" destOrd="0" parTransId="{C95D4E46-4098-490E-B2C0-B36C9C6CCB50}" sibTransId="{22C9C015-E440-438C-B3E2-8DD2EE46DA36}"/>
    <dgm:cxn modelId="{8060CBD3-07AC-4245-B534-FDAD6E72AC75}" type="presOf" srcId="{2A7FB5C1-CC5B-4366-AF44-E8F1A64C335B}" destId="{D5920479-1A21-428E-A01A-29FED4F11878}" srcOrd="0" destOrd="0" presId="urn:microsoft.com/office/officeart/2011/layout/TabList"/>
    <dgm:cxn modelId="{98F802D7-756D-439C-BAA9-84B7A774CC6B}" srcId="{B1B356DD-6070-4B79-8497-FE95DA42B28B}" destId="{C7DF9400-0B39-4E58-9BCB-5EA7F49ECA48}" srcOrd="1" destOrd="0" parTransId="{FA4F9B70-6C37-430B-8C5D-5E2D12DCA8F9}" sibTransId="{C12679F3-2261-43DD-99D9-833679E11129}"/>
    <dgm:cxn modelId="{DE7FD0EB-7286-4BED-BFD4-2059B3152BBB}" srcId="{391A3F72-980C-4629-915C-D53D67BB6CD5}" destId="{44CB6216-2671-4BF7-B0FF-B78A7B6BE937}" srcOrd="0" destOrd="0" parTransId="{4EC4A501-C7B8-458E-8F04-F4FEF68AB0B1}" sibTransId="{2ADB1A1F-9EF5-4454-88F7-7598BD9547CD}"/>
    <dgm:cxn modelId="{28CB5AEF-9C27-4E79-B7B8-8D286E5F7C88}" type="presOf" srcId="{B1B356DD-6070-4B79-8497-FE95DA42B28B}" destId="{6982F86F-F611-4706-B6C1-297B4F38EA4C}" srcOrd="0" destOrd="0" presId="urn:microsoft.com/office/officeart/2011/layout/TabList"/>
    <dgm:cxn modelId="{58245DF9-46B5-42D5-83A9-F729D79D0BA0}" srcId="{44CB6216-2671-4BF7-B0FF-B78A7B6BE937}" destId="{1642909F-57AF-44B3-830B-75EF982917CD}" srcOrd="1" destOrd="0" parTransId="{94141E5F-9505-4CE5-9A6F-06A0DED7EC77}" sibTransId="{9BAE85FD-B29E-44C5-A14F-AED8DE4E60E2}"/>
    <dgm:cxn modelId="{A2581B70-3462-47DA-B649-53BA7AB38EC7}" type="presParOf" srcId="{8C95D0D3-FE60-423E-BB34-E244E4277349}" destId="{130BD5B0-3922-40BD-A466-D7695299A910}" srcOrd="0" destOrd="0" presId="urn:microsoft.com/office/officeart/2011/layout/TabList"/>
    <dgm:cxn modelId="{159DA9DE-CF7B-41DA-B6E2-BC650F5C6A2E}" type="presParOf" srcId="{130BD5B0-3922-40BD-A466-D7695299A910}" destId="{A37C2194-3F82-4EF8-9C23-965B7ACE2A0D}" srcOrd="0" destOrd="0" presId="urn:microsoft.com/office/officeart/2011/layout/TabList"/>
    <dgm:cxn modelId="{D58E86E2-B887-4512-BD73-5A113B7821C5}" type="presParOf" srcId="{130BD5B0-3922-40BD-A466-D7695299A910}" destId="{D6E56653-00E3-4E91-9861-F9C995F9E416}" srcOrd="1" destOrd="0" presId="urn:microsoft.com/office/officeart/2011/layout/TabList"/>
    <dgm:cxn modelId="{FA400C04-B7C9-4A48-A8FC-92954EF0F532}" type="presParOf" srcId="{130BD5B0-3922-40BD-A466-D7695299A910}" destId="{8E4C433E-DAB1-41AD-9C85-B901B2C82EE9}" srcOrd="2" destOrd="0" presId="urn:microsoft.com/office/officeart/2011/layout/TabList"/>
    <dgm:cxn modelId="{0A4C6661-CC14-4E17-963D-11D11BDE1E41}" type="presParOf" srcId="{8C95D0D3-FE60-423E-BB34-E244E4277349}" destId="{4FFF5B19-E64D-4EC8-85BC-573E50EC126F}" srcOrd="1" destOrd="0" presId="urn:microsoft.com/office/officeart/2011/layout/TabList"/>
    <dgm:cxn modelId="{743D6E7E-B47E-40B2-8F1F-329065791387}" type="presParOf" srcId="{8C95D0D3-FE60-423E-BB34-E244E4277349}" destId="{9ED02E2B-15DC-4E0B-A177-1987D8792CA7}" srcOrd="2" destOrd="0" presId="urn:microsoft.com/office/officeart/2011/layout/TabList"/>
    <dgm:cxn modelId="{E4CCEE36-BC47-4FC1-8B10-DE23CB07EDBD}" type="presParOf" srcId="{8C95D0D3-FE60-423E-BB34-E244E4277349}" destId="{A9B88AAF-5F27-4D62-B81A-E3C9A3D3E36C}" srcOrd="3" destOrd="0" presId="urn:microsoft.com/office/officeart/2011/layout/TabList"/>
    <dgm:cxn modelId="{6ACB5E27-AB0B-4A74-B04A-F7A3A7972D19}" type="presParOf" srcId="{A9B88AAF-5F27-4D62-B81A-E3C9A3D3E36C}" destId="{D5920479-1A21-428E-A01A-29FED4F11878}" srcOrd="0" destOrd="0" presId="urn:microsoft.com/office/officeart/2011/layout/TabList"/>
    <dgm:cxn modelId="{845900C8-BD24-44E4-B542-01AA4AFA5709}" type="presParOf" srcId="{A9B88AAF-5F27-4D62-B81A-E3C9A3D3E36C}" destId="{6982F86F-F611-4706-B6C1-297B4F38EA4C}" srcOrd="1" destOrd="0" presId="urn:microsoft.com/office/officeart/2011/layout/TabList"/>
    <dgm:cxn modelId="{AC4D5BA5-14AF-4E88-9063-F113B5719074}" type="presParOf" srcId="{A9B88AAF-5F27-4D62-B81A-E3C9A3D3E36C}" destId="{09A00FCB-BE2C-4110-9493-5B309C33E2AD}" srcOrd="2" destOrd="0" presId="urn:microsoft.com/office/officeart/2011/layout/TabList"/>
    <dgm:cxn modelId="{692261E4-9C6E-4606-B1C8-D01E844C2324}" type="presParOf" srcId="{8C95D0D3-FE60-423E-BB34-E244E4277349}" destId="{293EBBE2-4C50-4A8C-8F65-E860D313C8FC}" srcOrd="4" destOrd="0" presId="urn:microsoft.com/office/officeart/2011/layout/TabList"/>
    <dgm:cxn modelId="{B243A775-8CE4-4047-ACBA-268B3F69FBDF}" type="presParOf" srcId="{8C95D0D3-FE60-423E-BB34-E244E4277349}" destId="{06B0251D-5C37-4E7B-91AA-6093EC7E1296}" srcOrd="5" destOrd="0" presId="urn:microsoft.com/office/officeart/2011/layout/TabList"/>
    <dgm:cxn modelId="{A4E2D106-7E4C-453D-899A-0C39E3EA63CF}" type="presParOf" srcId="{8C95D0D3-FE60-423E-BB34-E244E4277349}" destId="{6BA0A466-62FB-4AB5-97FF-F750EB7A518D}" srcOrd="6" destOrd="0" presId="urn:microsoft.com/office/officeart/2011/layout/TabList"/>
    <dgm:cxn modelId="{51BDDE25-8F37-42E7-9D73-B82488548052}" type="presParOf" srcId="{6BA0A466-62FB-4AB5-97FF-F750EB7A518D}" destId="{18C676E1-C273-4C36-BEA4-B8DA5BF6587A}" srcOrd="0" destOrd="0" presId="urn:microsoft.com/office/officeart/2011/layout/TabList"/>
    <dgm:cxn modelId="{9ED7DD92-EAA7-4DF6-8CC0-CA22B371B380}" type="presParOf" srcId="{6BA0A466-62FB-4AB5-97FF-F750EB7A518D}" destId="{FD1E8C21-3CB8-4D13-8062-9982DB05C36A}" srcOrd="1" destOrd="0" presId="urn:microsoft.com/office/officeart/2011/layout/TabList"/>
    <dgm:cxn modelId="{D27A201B-7282-4C03-AF68-0C995D746355}" type="presParOf" srcId="{6BA0A466-62FB-4AB5-97FF-F750EB7A518D}" destId="{9E74F41C-64A1-4013-99EF-237E1A2AD858}" srcOrd="2" destOrd="0" presId="urn:microsoft.com/office/officeart/2011/layout/TabList"/>
    <dgm:cxn modelId="{1EDAA082-9453-422A-82DD-828BA7D7CEBD}" type="presParOf" srcId="{8C95D0D3-FE60-423E-BB34-E244E4277349}" destId="{A22EC97E-DEF7-4D76-8477-220002ECC334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74F41C-64A1-4013-99EF-237E1A2AD858}">
      <dsp:nvSpPr>
        <dsp:cNvPr id="0" name=""/>
        <dsp:cNvSpPr/>
      </dsp:nvSpPr>
      <dsp:spPr>
        <a:xfrm>
          <a:off x="16983" y="2557162"/>
          <a:ext cx="5666739" cy="0"/>
        </a:xfrm>
        <a:prstGeom prst="line">
          <a:avLst/>
        </a:prstGeom>
        <a:noFill/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A00FCB-BE2C-4110-9493-5B309C33E2AD}">
      <dsp:nvSpPr>
        <dsp:cNvPr id="0" name=""/>
        <dsp:cNvSpPr/>
      </dsp:nvSpPr>
      <dsp:spPr>
        <a:xfrm>
          <a:off x="6849" y="1585885"/>
          <a:ext cx="5666739" cy="0"/>
        </a:xfrm>
        <a:prstGeom prst="line">
          <a:avLst/>
        </a:prstGeom>
        <a:noFill/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4C433E-DAB1-41AD-9C85-B901B2C82EE9}">
      <dsp:nvSpPr>
        <dsp:cNvPr id="0" name=""/>
        <dsp:cNvSpPr/>
      </dsp:nvSpPr>
      <dsp:spPr>
        <a:xfrm>
          <a:off x="8510" y="560175"/>
          <a:ext cx="5666739" cy="0"/>
        </a:xfrm>
        <a:prstGeom prst="line">
          <a:avLst/>
        </a:prstGeom>
        <a:noFill/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7C2194-3F82-4EF8-9C23-965B7ACE2A0D}">
      <dsp:nvSpPr>
        <dsp:cNvPr id="0" name=""/>
        <dsp:cNvSpPr/>
      </dsp:nvSpPr>
      <dsp:spPr>
        <a:xfrm>
          <a:off x="2090422" y="1453"/>
          <a:ext cx="3259604" cy="544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TT Fors Bold" panose="020B0604020202020204" charset="0"/>
              <a:cs typeface="+mj-cs"/>
            </a:rPr>
            <a:t>Mosbah</a:t>
          </a:r>
          <a:r>
            <a:rPr lang="en-US" sz="1800" b="1" kern="1200" dirty="0">
              <a:latin typeface="TT Fors Bold" panose="020B0604020202020204" charset="0"/>
              <a:cs typeface="+mj-cs"/>
            </a:rPr>
            <a:t> </a:t>
          </a:r>
          <a:r>
            <a:rPr lang="en-US" sz="1800" b="1" kern="1200" dirty="0" err="1">
              <a:latin typeface="TT Fors Bold" panose="020B0604020202020204" charset="0"/>
              <a:cs typeface="+mj-cs"/>
            </a:rPr>
            <a:t>messaoud</a:t>
          </a:r>
          <a:r>
            <a:rPr lang="ar-DZ" sz="1800" b="1" kern="1200" dirty="0">
              <a:latin typeface="TT Fors Bold" panose="020B0604020202020204" charset="0"/>
              <a:cs typeface="+mj-cs"/>
            </a:rPr>
            <a:t> </a:t>
          </a:r>
          <a:endParaRPr lang="en-US" sz="1800" kern="1200" dirty="0">
            <a:latin typeface="TT Fors Bold" panose="020B0604020202020204" charset="0"/>
            <a:cs typeface="+mj-cs"/>
          </a:endParaRPr>
        </a:p>
      </dsp:txBody>
      <dsp:txXfrm>
        <a:off x="2090422" y="1453"/>
        <a:ext cx="3259604" cy="544330"/>
      </dsp:txXfrm>
    </dsp:sp>
    <dsp:sp modelId="{D6E56653-00E3-4E91-9861-F9C995F9E416}">
      <dsp:nvSpPr>
        <dsp:cNvPr id="0" name=""/>
        <dsp:cNvSpPr/>
      </dsp:nvSpPr>
      <dsp:spPr>
        <a:xfrm>
          <a:off x="20022" y="1453"/>
          <a:ext cx="2074067" cy="544330"/>
        </a:xfrm>
        <a:prstGeom prst="round2SameRect">
          <a:avLst>
            <a:gd name="adj1" fmla="val 16670"/>
            <a:gd name="adj2" fmla="val 0"/>
          </a:avLst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Back-end Developer</a:t>
          </a:r>
          <a:endParaRPr lang="en-US" sz="1400" kern="1200" dirty="0"/>
        </a:p>
      </dsp:txBody>
      <dsp:txXfrm>
        <a:off x="46599" y="28030"/>
        <a:ext cx="2020913" cy="517753"/>
      </dsp:txXfrm>
    </dsp:sp>
    <dsp:sp modelId="{4FFF5B19-E64D-4EC8-85BC-573E50EC126F}">
      <dsp:nvSpPr>
        <dsp:cNvPr id="0" name=""/>
        <dsp:cNvSpPr/>
      </dsp:nvSpPr>
      <dsp:spPr>
        <a:xfrm>
          <a:off x="0" y="545784"/>
          <a:ext cx="5666739" cy="468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T Fors Bold" panose="020B0604020202020204" charset="0"/>
            </a:rPr>
            <a:t>m.mosbah@esi-sba.dz</a:t>
          </a:r>
        </a:p>
      </dsp:txBody>
      <dsp:txXfrm>
        <a:off x="0" y="545784"/>
        <a:ext cx="5666739" cy="468554"/>
      </dsp:txXfrm>
    </dsp:sp>
    <dsp:sp modelId="{D5920479-1A21-428E-A01A-29FED4F11878}">
      <dsp:nvSpPr>
        <dsp:cNvPr id="0" name=""/>
        <dsp:cNvSpPr/>
      </dsp:nvSpPr>
      <dsp:spPr>
        <a:xfrm>
          <a:off x="2087133" y="1041554"/>
          <a:ext cx="3266942" cy="544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Diaf</a:t>
          </a:r>
          <a:r>
            <a:rPr lang="en-US" sz="2000" b="1" kern="1200" dirty="0"/>
            <a:t> </a:t>
          </a:r>
          <a:r>
            <a:rPr lang="en-US" sz="2000" b="1" kern="1200" dirty="0" err="1"/>
            <a:t>wafaa</a:t>
          </a:r>
          <a:endParaRPr lang="en-US" sz="2000" kern="1200" dirty="0"/>
        </a:p>
      </dsp:txBody>
      <dsp:txXfrm>
        <a:off x="2087133" y="1041554"/>
        <a:ext cx="3266942" cy="544330"/>
      </dsp:txXfrm>
    </dsp:sp>
    <dsp:sp modelId="{6982F86F-F611-4706-B6C1-297B4F38EA4C}">
      <dsp:nvSpPr>
        <dsp:cNvPr id="0" name=""/>
        <dsp:cNvSpPr/>
      </dsp:nvSpPr>
      <dsp:spPr>
        <a:xfrm>
          <a:off x="11098" y="1041554"/>
          <a:ext cx="2075585" cy="544330"/>
        </a:xfrm>
        <a:prstGeom prst="round2SameRect">
          <a:avLst>
            <a:gd name="adj1" fmla="val 16670"/>
            <a:gd name="adj2" fmla="val 0"/>
          </a:avLst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T Fors Bold" panose="020B0604020202020204" charset="0"/>
            </a:rPr>
            <a:t>Back-end Developer</a:t>
          </a:r>
          <a:endParaRPr lang="en-US" sz="1400" kern="1200" dirty="0">
            <a:latin typeface="TT Fors Bold" panose="020B0604020202020204" charset="0"/>
          </a:endParaRPr>
        </a:p>
      </dsp:txBody>
      <dsp:txXfrm>
        <a:off x="37675" y="1068131"/>
        <a:ext cx="2022431" cy="517753"/>
      </dsp:txXfrm>
    </dsp:sp>
    <dsp:sp modelId="{293EBBE2-4C50-4A8C-8F65-E860D313C8FC}">
      <dsp:nvSpPr>
        <dsp:cNvPr id="0" name=""/>
        <dsp:cNvSpPr/>
      </dsp:nvSpPr>
      <dsp:spPr>
        <a:xfrm>
          <a:off x="0" y="1585885"/>
          <a:ext cx="5666739" cy="399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T Fors Bold" panose="020B0604020202020204" charset="0"/>
            </a:rPr>
            <a:t>w.diaf@esi-sba.dz</a:t>
          </a:r>
        </a:p>
      </dsp:txBody>
      <dsp:txXfrm>
        <a:off x="0" y="1585885"/>
        <a:ext cx="5666739" cy="399729"/>
      </dsp:txXfrm>
    </dsp:sp>
    <dsp:sp modelId="{18C676E1-C273-4C36-BEA4-B8DA5BF6587A}">
      <dsp:nvSpPr>
        <dsp:cNvPr id="0" name=""/>
        <dsp:cNvSpPr/>
      </dsp:nvSpPr>
      <dsp:spPr>
        <a:xfrm>
          <a:off x="2100586" y="2012831"/>
          <a:ext cx="3243417" cy="544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Benaissa</a:t>
          </a:r>
          <a:r>
            <a:rPr lang="en-US" sz="2000" b="1" kern="1200" dirty="0"/>
            <a:t> </a:t>
          </a:r>
          <a:r>
            <a:rPr lang="en-US" sz="2000" b="1" kern="1200" dirty="0" err="1"/>
            <a:t>bochra</a:t>
          </a:r>
          <a:r>
            <a:rPr lang="en-US" sz="2000" b="1" kern="1200" dirty="0"/>
            <a:t> </a:t>
          </a:r>
          <a:r>
            <a:rPr lang="en-US" sz="2000" b="1" kern="1200" dirty="0" err="1"/>
            <a:t>nardjis</a:t>
          </a:r>
          <a:endParaRPr lang="en-US" sz="2000" kern="1200" dirty="0"/>
        </a:p>
      </dsp:txBody>
      <dsp:txXfrm>
        <a:off x="2100586" y="2012831"/>
        <a:ext cx="3243417" cy="544330"/>
      </dsp:txXfrm>
    </dsp:sp>
    <dsp:sp modelId="{FD1E8C21-3CB8-4D13-8062-9982DB05C36A}">
      <dsp:nvSpPr>
        <dsp:cNvPr id="0" name=""/>
        <dsp:cNvSpPr/>
      </dsp:nvSpPr>
      <dsp:spPr>
        <a:xfrm>
          <a:off x="26498" y="2012831"/>
          <a:ext cx="2082347" cy="544330"/>
        </a:xfrm>
        <a:prstGeom prst="round2SameRect">
          <a:avLst>
            <a:gd name="adj1" fmla="val 16670"/>
            <a:gd name="adj2" fmla="val 0"/>
          </a:avLst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T Fors Bold" panose="020B0604020202020204" charset="0"/>
            </a:rPr>
            <a:t>Back-end Developer</a:t>
          </a:r>
          <a:endParaRPr lang="en-US" sz="1400" kern="1200" dirty="0">
            <a:latin typeface="TT Fors Bold" panose="020B0604020202020204" charset="0"/>
          </a:endParaRPr>
        </a:p>
      </dsp:txBody>
      <dsp:txXfrm>
        <a:off x="53075" y="2039408"/>
        <a:ext cx="2029193" cy="517753"/>
      </dsp:txXfrm>
    </dsp:sp>
    <dsp:sp modelId="{A22EC97E-DEF7-4D76-8477-220002ECC334}">
      <dsp:nvSpPr>
        <dsp:cNvPr id="0" name=""/>
        <dsp:cNvSpPr/>
      </dsp:nvSpPr>
      <dsp:spPr>
        <a:xfrm>
          <a:off x="0" y="2557162"/>
          <a:ext cx="5666739" cy="108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T Fors Bold" panose="020B0604020202020204" charset="0"/>
            </a:rPr>
            <a:t>bn.benaissa@esi-sba.dz</a:t>
          </a:r>
        </a:p>
      </dsp:txBody>
      <dsp:txXfrm>
        <a:off x="0" y="2557162"/>
        <a:ext cx="5666739" cy="1088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74F41C-64A1-4013-99EF-237E1A2AD858}">
      <dsp:nvSpPr>
        <dsp:cNvPr id="0" name=""/>
        <dsp:cNvSpPr/>
      </dsp:nvSpPr>
      <dsp:spPr>
        <a:xfrm>
          <a:off x="16983" y="2557162"/>
          <a:ext cx="5666739" cy="0"/>
        </a:xfrm>
        <a:prstGeom prst="line">
          <a:avLst/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A00FCB-BE2C-4110-9493-5B309C33E2AD}">
      <dsp:nvSpPr>
        <dsp:cNvPr id="0" name=""/>
        <dsp:cNvSpPr/>
      </dsp:nvSpPr>
      <dsp:spPr>
        <a:xfrm>
          <a:off x="16993" y="1584734"/>
          <a:ext cx="5666739" cy="0"/>
        </a:xfrm>
        <a:prstGeom prst="line">
          <a:avLst/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4C433E-DAB1-41AD-9C85-B901B2C82EE9}">
      <dsp:nvSpPr>
        <dsp:cNvPr id="0" name=""/>
        <dsp:cNvSpPr/>
      </dsp:nvSpPr>
      <dsp:spPr>
        <a:xfrm>
          <a:off x="10153" y="559024"/>
          <a:ext cx="5666739" cy="0"/>
        </a:xfrm>
        <a:prstGeom prst="line">
          <a:avLst/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7C2194-3F82-4EF8-9C23-965B7ACE2A0D}">
      <dsp:nvSpPr>
        <dsp:cNvPr id="0" name=""/>
        <dsp:cNvSpPr/>
      </dsp:nvSpPr>
      <dsp:spPr>
        <a:xfrm>
          <a:off x="2090422" y="302"/>
          <a:ext cx="3259604" cy="544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Soualmi</a:t>
          </a:r>
          <a:r>
            <a:rPr lang="en-US" sz="2000" b="1" kern="1200" dirty="0"/>
            <a:t> </a:t>
          </a:r>
          <a:r>
            <a:rPr lang="en-US" sz="2000" b="1" kern="1200" dirty="0" err="1"/>
            <a:t>abdennour</a:t>
          </a:r>
          <a:endParaRPr lang="en-US" sz="2000" kern="1200" dirty="0"/>
        </a:p>
      </dsp:txBody>
      <dsp:txXfrm>
        <a:off x="2090422" y="302"/>
        <a:ext cx="3259604" cy="544330"/>
      </dsp:txXfrm>
    </dsp:sp>
    <dsp:sp modelId="{D6E56653-00E3-4E91-9861-F9C995F9E416}">
      <dsp:nvSpPr>
        <dsp:cNvPr id="0" name=""/>
        <dsp:cNvSpPr/>
      </dsp:nvSpPr>
      <dsp:spPr>
        <a:xfrm>
          <a:off x="20022" y="302"/>
          <a:ext cx="2074067" cy="544330"/>
        </a:xfrm>
        <a:prstGeom prst="round2SameRect">
          <a:avLst>
            <a:gd name="adj1" fmla="val 16670"/>
            <a:gd name="adj2" fmla="val 0"/>
          </a:avLst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T Fors Bold" panose="020B0604020202020204" charset="0"/>
            </a:rPr>
            <a:t>Front-end Developer</a:t>
          </a:r>
          <a:endParaRPr lang="en-US" sz="1400" kern="1200" dirty="0">
            <a:latin typeface="TT Fors Bold" panose="020B0604020202020204" charset="0"/>
          </a:endParaRPr>
        </a:p>
      </dsp:txBody>
      <dsp:txXfrm>
        <a:off x="46599" y="26879"/>
        <a:ext cx="2020913" cy="517753"/>
      </dsp:txXfrm>
    </dsp:sp>
    <dsp:sp modelId="{4FFF5B19-E64D-4EC8-85BC-573E50EC126F}">
      <dsp:nvSpPr>
        <dsp:cNvPr id="0" name=""/>
        <dsp:cNvSpPr/>
      </dsp:nvSpPr>
      <dsp:spPr>
        <a:xfrm>
          <a:off x="0" y="544632"/>
          <a:ext cx="5666739" cy="468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T Fors Bold" panose="020B0604020202020204" charset="0"/>
            </a:rPr>
            <a:t>a.soualmi@esi-sba.dz</a:t>
          </a:r>
        </a:p>
      </dsp:txBody>
      <dsp:txXfrm>
        <a:off x="0" y="544632"/>
        <a:ext cx="5666739" cy="468554"/>
      </dsp:txXfrm>
    </dsp:sp>
    <dsp:sp modelId="{D5920479-1A21-428E-A01A-29FED4F11878}">
      <dsp:nvSpPr>
        <dsp:cNvPr id="0" name=""/>
        <dsp:cNvSpPr/>
      </dsp:nvSpPr>
      <dsp:spPr>
        <a:xfrm>
          <a:off x="2087133" y="1040403"/>
          <a:ext cx="3266942" cy="544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Azeroual</a:t>
          </a:r>
          <a:r>
            <a:rPr lang="en-US" sz="2000" b="1" kern="1200" dirty="0"/>
            <a:t> taha </a:t>
          </a:r>
          <a:r>
            <a:rPr lang="en-US" sz="2000" b="1" kern="1200" dirty="0" err="1"/>
            <a:t>el</a:t>
          </a:r>
          <a:r>
            <a:rPr lang="en-US" sz="2000" b="1" kern="1200" dirty="0"/>
            <a:t> amine</a:t>
          </a:r>
          <a:endParaRPr lang="en-US" sz="2000" kern="1200" dirty="0"/>
        </a:p>
      </dsp:txBody>
      <dsp:txXfrm>
        <a:off x="2087133" y="1040403"/>
        <a:ext cx="3266942" cy="544330"/>
      </dsp:txXfrm>
    </dsp:sp>
    <dsp:sp modelId="{6982F86F-F611-4706-B6C1-297B4F38EA4C}">
      <dsp:nvSpPr>
        <dsp:cNvPr id="0" name=""/>
        <dsp:cNvSpPr/>
      </dsp:nvSpPr>
      <dsp:spPr>
        <a:xfrm>
          <a:off x="11098" y="1040403"/>
          <a:ext cx="2075585" cy="544330"/>
        </a:xfrm>
        <a:prstGeom prst="round2SameRect">
          <a:avLst>
            <a:gd name="adj1" fmla="val 16670"/>
            <a:gd name="adj2" fmla="val 0"/>
          </a:avLst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T Fors Bold" panose="020B0604020202020204" charset="0"/>
            </a:rPr>
            <a:t>Front-end Developer</a:t>
          </a:r>
          <a:endParaRPr lang="en-US" sz="1400" kern="1200" dirty="0">
            <a:latin typeface="TT Fors Bold" panose="020B0604020202020204" charset="0"/>
          </a:endParaRPr>
        </a:p>
      </dsp:txBody>
      <dsp:txXfrm>
        <a:off x="37675" y="1066980"/>
        <a:ext cx="2022431" cy="517753"/>
      </dsp:txXfrm>
    </dsp:sp>
    <dsp:sp modelId="{293EBBE2-4C50-4A8C-8F65-E860D313C8FC}">
      <dsp:nvSpPr>
        <dsp:cNvPr id="0" name=""/>
        <dsp:cNvSpPr/>
      </dsp:nvSpPr>
      <dsp:spPr>
        <a:xfrm>
          <a:off x="0" y="1584734"/>
          <a:ext cx="5666739" cy="399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T Fors Bold" panose="020B0604020202020204" charset="0"/>
            </a:rPr>
            <a:t>Te.azeroual@esi-sba.dz</a:t>
          </a:r>
        </a:p>
      </dsp:txBody>
      <dsp:txXfrm>
        <a:off x="0" y="1584734"/>
        <a:ext cx="5666739" cy="399729"/>
      </dsp:txXfrm>
    </dsp:sp>
    <dsp:sp modelId="{18C676E1-C273-4C36-BEA4-B8DA5BF6587A}">
      <dsp:nvSpPr>
        <dsp:cNvPr id="0" name=""/>
        <dsp:cNvSpPr/>
      </dsp:nvSpPr>
      <dsp:spPr>
        <a:xfrm>
          <a:off x="2128430" y="2011680"/>
          <a:ext cx="3487556" cy="546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Behlouli</a:t>
          </a:r>
          <a:r>
            <a:rPr lang="en-US" sz="2000" b="1" kern="1200" dirty="0"/>
            <a:t> </a:t>
          </a:r>
          <a:r>
            <a:rPr lang="en-US" sz="2000" b="1" kern="1200" dirty="0" err="1"/>
            <a:t>mohamed</a:t>
          </a:r>
          <a:r>
            <a:rPr lang="en-US" sz="2000" b="1" kern="1200" dirty="0"/>
            <a:t> </a:t>
          </a:r>
          <a:r>
            <a:rPr lang="en-US" sz="2000" b="1" kern="1200" dirty="0" err="1"/>
            <a:t>hassen</a:t>
          </a:r>
          <a:endParaRPr lang="en-US" sz="2000" kern="1200" dirty="0"/>
        </a:p>
      </dsp:txBody>
      <dsp:txXfrm>
        <a:off x="2128430" y="2011680"/>
        <a:ext cx="3487556" cy="546633"/>
      </dsp:txXfrm>
    </dsp:sp>
    <dsp:sp modelId="{FD1E8C21-3CB8-4D13-8062-9982DB05C36A}">
      <dsp:nvSpPr>
        <dsp:cNvPr id="0" name=""/>
        <dsp:cNvSpPr/>
      </dsp:nvSpPr>
      <dsp:spPr>
        <a:xfrm>
          <a:off x="26498" y="2012831"/>
          <a:ext cx="2082347" cy="544330"/>
        </a:xfrm>
        <a:prstGeom prst="round2SameRect">
          <a:avLst>
            <a:gd name="adj1" fmla="val 16670"/>
            <a:gd name="adj2" fmla="val 0"/>
          </a:avLst>
        </a:prstGeom>
        <a:solidFill>
          <a:srgbClr val="FD9623"/>
        </a:solidFill>
        <a:ln w="19050" cap="flat" cmpd="sng" algn="ctr">
          <a:solidFill>
            <a:srgbClr val="FD962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T Fors Bold" panose="020B0604020202020204" charset="0"/>
            </a:rPr>
            <a:t>UX/UI designer </a:t>
          </a:r>
          <a:endParaRPr lang="en-US" sz="1400" kern="1200" dirty="0">
            <a:latin typeface="TT Fors Bold" panose="020B0604020202020204" charset="0"/>
          </a:endParaRPr>
        </a:p>
      </dsp:txBody>
      <dsp:txXfrm>
        <a:off x="53075" y="2039408"/>
        <a:ext cx="2029193" cy="517753"/>
      </dsp:txXfrm>
    </dsp:sp>
    <dsp:sp modelId="{A22EC97E-DEF7-4D76-8477-220002ECC334}">
      <dsp:nvSpPr>
        <dsp:cNvPr id="0" name=""/>
        <dsp:cNvSpPr/>
      </dsp:nvSpPr>
      <dsp:spPr>
        <a:xfrm>
          <a:off x="0" y="2558313"/>
          <a:ext cx="5666739" cy="108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T Fors Bold" panose="020B0604020202020204" charset="0"/>
            </a:rPr>
            <a:t>mh.behlouli@esi-sba.dz</a:t>
          </a:r>
        </a:p>
      </dsp:txBody>
      <dsp:txXfrm>
        <a:off x="0" y="2558313"/>
        <a:ext cx="5666739" cy="1088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DD0D3-9196-482B-8F6A-F999F2BB4B07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FE790-E366-405A-95AA-CB7110089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8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FE790-E366-405A-95AA-CB71100894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34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7848-D428-8506-6CC2-2C668DA41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1AE47-E9AB-C476-A84B-EF6262F48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1198B-9450-394A-5236-C2D20E00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FF094-518E-68FE-0E6F-AF3C4A11F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471E-A018-708F-42BF-DD6D1212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0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F0F0-1EC5-CC91-0138-7C8A5C412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B179E-1D41-2C53-C190-1C1E18AC6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A0527-49BD-CDCC-EF73-3E7F045B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43387-4FBD-F247-1810-4D24FD2B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734AC-1DEE-A4CD-4DB1-6187455F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8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CED9-AE99-96BF-CB5B-0E962ED0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66EC-6259-CC97-65B4-C48CFCCB9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9969D-7046-4FE2-422B-046F415B8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5B5B3-F7CE-E879-57E0-C205AACE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1F55E-ED74-C830-466C-744A448C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9B64-3ED4-C091-FF0F-89DB1944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D368D-3F37-D345-207C-0474640C9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CEBCA-D4B8-C95F-252F-690966F7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59035-ED6E-833C-F921-5C03E05E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2C9B5-7CD0-78A4-8293-9314D3CB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8FAF7-B03B-1689-E6CF-EAA6E463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0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F631-A195-8DC6-1667-50EF78D8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B2360-C38E-0F98-68CA-EDBD982C0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7652E-A6A0-E78F-70CF-684CE6636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7B5CF-6EA3-3899-3590-B5BBB8E3D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590AF-3B06-9DBB-03F0-AD6D8EEB9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36988-6D86-0043-3AAE-2B914D90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FE495-6ACD-0CF3-51D3-3247B465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89D54-3174-77BE-72E4-D7C971E5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1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9922-1948-5DD3-9CF7-A1D51C49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C74C-23D1-0091-4D5B-FD061EA4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C0AF8-5191-45E9-3B74-582AD5436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DF1A0-5660-3BA4-9201-67386A81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5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97E37-18B0-7AA8-ACEA-ED809E27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8B784-F3D7-6E27-FAD3-F7F13CBB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06BE8-7CD3-EC23-5453-B35DED10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4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498B-29AE-615B-6BFC-849F7D6A0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4755B-5EE8-3403-4097-FBEE2330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BD371-FA76-50EC-8043-EB1F8AF02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4B7E4-5962-AC34-C3A5-39F0D4F9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8A3D3-8EDC-BE04-EC00-960E4AFCC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B73E5-E4D8-148F-7963-7B7C38D6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B93C-3600-D248-0182-A7534FDED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89795-E3ED-3E54-2A55-FF4BAF3F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01ADB-CEB5-BBD6-D2B2-6CB3E789A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E25A7-E845-FBC4-D715-A81FBF6D9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58AF8-5A56-B1EA-AE82-24933F3D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49A36-09FF-75CD-2164-7ED37CC9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F545E-4E4A-E690-3435-126171A6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9789E-88E3-E06B-3235-DEE10A1E4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5557A-44BB-CA37-2DB0-7DAF9CE7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41743-9019-6702-A5CE-3F7C53FC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7607A-32A5-2D01-7029-BF3E6282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2D8A6-00E2-CAAA-6C6F-98AFB2532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CBED1-BB08-351A-F008-E8AA6E16E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3995-92D1-89D2-FF4F-DBEA3077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1AB36-53EA-6EB3-0324-6F2E1409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13664-12C4-BF81-BC91-9DFBC80F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53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93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89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48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98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02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809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8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68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13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33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0339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91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92119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182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267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5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54C0AA-CDDD-F8F9-ED20-F29BC5A1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6A71E-08A3-CBE6-B4FD-172B220F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6A613-0B94-7BCB-9453-97131AB8B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F5A62-40B7-8B68-484E-59F8AA872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524A-A1E0-2F6A-FB5B-E0F6FA130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3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1B12-7103-4564-B03F-1FE91115AE7D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ADD0CE5-589C-494F-8977-EE322E38C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0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7.svg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24.jpe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6752174-8725-6203-4FAC-A14BD1639206}"/>
              </a:ext>
            </a:extLst>
          </p:cNvPr>
          <p:cNvGrpSpPr/>
          <p:nvPr/>
        </p:nvGrpSpPr>
        <p:grpSpPr>
          <a:xfrm>
            <a:off x="7030637" y="2234608"/>
            <a:ext cx="6477000" cy="4589822"/>
            <a:chOff x="7778634" y="1586691"/>
            <a:chExt cx="6477000" cy="4589822"/>
          </a:xfrm>
        </p:grpSpPr>
        <p:pic>
          <p:nvPicPr>
            <p:cNvPr id="5" name="Picture 4" descr="A black computer with a white screen&#10;&#10;AI-generated content may be incorrect.">
              <a:extLst>
                <a:ext uri="{FF2B5EF4-FFF2-40B4-BE49-F238E27FC236}">
                  <a16:creationId xmlns:a16="http://schemas.microsoft.com/office/drawing/2014/main" id="{9AF1E890-FC88-294A-5DE8-F722B6E20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634" y="1586691"/>
              <a:ext cx="6477000" cy="4589822"/>
            </a:xfrm>
            <a:prstGeom prst="rect">
              <a:avLst/>
            </a:prstGeom>
          </p:spPr>
        </p:pic>
        <p:pic>
          <p:nvPicPr>
            <p:cNvPr id="7" name="Picture 6" descr="A person holding a phone and eating food&#10;&#10;AI-generated content may be incorrect.">
              <a:extLst>
                <a:ext uri="{FF2B5EF4-FFF2-40B4-BE49-F238E27FC236}">
                  <a16:creationId xmlns:a16="http://schemas.microsoft.com/office/drawing/2014/main" id="{BEA64EC2-D9FF-C836-26FA-D7A764C19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2642"/>
            <a:stretch/>
          </p:blipFill>
          <p:spPr>
            <a:xfrm>
              <a:off x="8574656" y="2191109"/>
              <a:ext cx="4882552" cy="3074769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49DAE7-7BB1-25DB-3BF5-24D581221D0D}"/>
              </a:ext>
            </a:extLst>
          </p:cNvPr>
          <p:cNvGrpSpPr/>
          <p:nvPr/>
        </p:nvGrpSpPr>
        <p:grpSpPr>
          <a:xfrm>
            <a:off x="344337" y="5680263"/>
            <a:ext cx="2467874" cy="729611"/>
            <a:chOff x="7150578" y="590638"/>
            <a:chExt cx="2467874" cy="729611"/>
          </a:xfrm>
        </p:grpSpPr>
        <p:sp>
          <p:nvSpPr>
            <p:cNvPr id="9" name="TextBox 13">
              <a:extLst>
                <a:ext uri="{FF2B5EF4-FFF2-40B4-BE49-F238E27FC236}">
                  <a16:creationId xmlns:a16="http://schemas.microsoft.com/office/drawing/2014/main" id="{17003263-FE60-F1B3-1C89-F310EC6CB1F9}"/>
                </a:ext>
              </a:extLst>
            </p:cNvPr>
            <p:cNvSpPr txBox="1"/>
            <p:nvPr/>
          </p:nvSpPr>
          <p:spPr>
            <a:xfrm>
              <a:off x="7150578" y="590638"/>
              <a:ext cx="2467874" cy="3892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b="1" i="1" dirty="0">
                  <a:solidFill>
                    <a:srgbClr val="1E1E1E"/>
                  </a:solidFill>
                  <a:latin typeface="TT Fors Bold"/>
                </a:rPr>
                <a:t>ESI - SIDI BEL ABBES</a:t>
              </a:r>
            </a:p>
          </p:txBody>
        </p: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BF428397-1798-D918-C411-3D1FEEE32C5D}"/>
                </a:ext>
              </a:extLst>
            </p:cNvPr>
            <p:cNvSpPr txBox="1"/>
            <p:nvPr/>
          </p:nvSpPr>
          <p:spPr>
            <a:xfrm>
              <a:off x="7827019" y="936939"/>
              <a:ext cx="993723" cy="3833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1600" dirty="0">
                  <a:solidFill>
                    <a:srgbClr val="545454"/>
                  </a:solidFill>
                  <a:latin typeface="TT Fors"/>
                </a:rPr>
                <a:t>2025-2026</a:t>
              </a:r>
            </a:p>
          </p:txBody>
        </p:sp>
      </p:grp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862B3501-23A5-2BF2-A6EE-1FD7F355C806}"/>
              </a:ext>
            </a:extLst>
          </p:cNvPr>
          <p:cNvSpPr/>
          <p:nvPr/>
        </p:nvSpPr>
        <p:spPr>
          <a:xfrm>
            <a:off x="1707317" y="1825136"/>
            <a:ext cx="1992702" cy="1918628"/>
          </a:xfrm>
          <a:prstGeom prst="flowChartConnector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D9623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03B04E-CFEF-EACE-2DE5-CE509666A3E9}"/>
              </a:ext>
            </a:extLst>
          </p:cNvPr>
          <p:cNvGrpSpPr/>
          <p:nvPr/>
        </p:nvGrpSpPr>
        <p:grpSpPr>
          <a:xfrm>
            <a:off x="-959024" y="-1050403"/>
            <a:ext cx="3019245" cy="2878441"/>
            <a:chOff x="388188" y="1549952"/>
            <a:chExt cx="3019245" cy="2878441"/>
          </a:xfrm>
        </p:grpSpPr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696C9F83-2837-A557-5FC3-E459CA0CF19F}"/>
                </a:ext>
              </a:extLst>
            </p:cNvPr>
            <p:cNvSpPr/>
            <p:nvPr/>
          </p:nvSpPr>
          <p:spPr>
            <a:xfrm>
              <a:off x="388188" y="1549952"/>
              <a:ext cx="3019245" cy="2878441"/>
            </a:xfrm>
            <a:prstGeom prst="flowChartConnector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A5915F10-2967-7F69-2954-DEF551CE8FAA}"/>
                </a:ext>
              </a:extLst>
            </p:cNvPr>
            <p:cNvSpPr/>
            <p:nvPr/>
          </p:nvSpPr>
          <p:spPr>
            <a:xfrm>
              <a:off x="740672" y="1931748"/>
              <a:ext cx="2287200" cy="21312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04C5558-1F64-A9D1-EFB2-F79A67C369C4}"/>
              </a:ext>
            </a:extLst>
          </p:cNvPr>
          <p:cNvSpPr/>
          <p:nvPr/>
        </p:nvSpPr>
        <p:spPr>
          <a:xfrm>
            <a:off x="3700019" y="3810377"/>
            <a:ext cx="1051703" cy="1064494"/>
          </a:xfrm>
          <a:prstGeom prst="flowChartConnector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AA5EAA-A56D-E843-4E2D-70AA55459FD1}"/>
              </a:ext>
            </a:extLst>
          </p:cNvPr>
          <p:cNvSpPr txBox="1"/>
          <p:nvPr/>
        </p:nvSpPr>
        <p:spPr>
          <a:xfrm>
            <a:off x="1735714" y="2839026"/>
            <a:ext cx="179789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5265" marR="0">
              <a:spcBef>
                <a:spcPts val="2580"/>
              </a:spcBef>
              <a:spcAft>
                <a:spcPts val="0"/>
              </a:spcAft>
            </a:pPr>
            <a:r>
              <a:rPr lang="en-US" sz="2800" dirty="0">
                <a:solidFill>
                  <a:srgbClr val="132D46"/>
                </a:solidFill>
                <a:latin typeface="TT Fors Bold"/>
              </a:rPr>
              <a:t>Platform </a:t>
            </a:r>
          </a:p>
          <a:p>
            <a:endParaRPr lang="en-US" dirty="0"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DFD6EC64-FC08-A3D9-E542-E3E1890552C5}"/>
              </a:ext>
            </a:extLst>
          </p:cNvPr>
          <p:cNvSpPr txBox="1"/>
          <p:nvPr/>
        </p:nvSpPr>
        <p:spPr>
          <a:xfrm>
            <a:off x="2007663" y="2335608"/>
            <a:ext cx="1797892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200" b="1" dirty="0" err="1">
                <a:solidFill>
                  <a:srgbClr val="6D3D03"/>
                </a:solidFill>
                <a:latin typeface="TT Fors Bold"/>
              </a:rPr>
              <a:t>FeedMe</a:t>
            </a:r>
            <a:r>
              <a:rPr lang="en-US" sz="3200" b="1" dirty="0">
                <a:solidFill>
                  <a:schemeClr val="accent2"/>
                </a:solidFill>
                <a:latin typeface="TT Fors Bold"/>
              </a:rPr>
              <a:t> 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B7C33FEA-E660-4E1F-3F4F-130E2C1D2DA3}"/>
              </a:ext>
            </a:extLst>
          </p:cNvPr>
          <p:cNvSpPr/>
          <p:nvPr/>
        </p:nvSpPr>
        <p:spPr>
          <a:xfrm>
            <a:off x="6412994" y="-529871"/>
            <a:ext cx="2015148" cy="1853822"/>
          </a:xfrm>
          <a:prstGeom prst="flowChartConnector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3574B535-D0BA-0553-4BAF-1B82BE75A283}"/>
              </a:ext>
            </a:extLst>
          </p:cNvPr>
          <p:cNvSpPr/>
          <p:nvPr/>
        </p:nvSpPr>
        <p:spPr>
          <a:xfrm>
            <a:off x="5390839" y="1424378"/>
            <a:ext cx="1051703" cy="1064494"/>
          </a:xfrm>
          <a:prstGeom prst="flowChartConnector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11A55833-BA28-E7E1-E153-2B7271C4B30C}"/>
              </a:ext>
            </a:extLst>
          </p:cNvPr>
          <p:cNvSpPr/>
          <p:nvPr/>
        </p:nvSpPr>
        <p:spPr>
          <a:xfrm>
            <a:off x="4938848" y="5037261"/>
            <a:ext cx="592535" cy="578637"/>
          </a:xfrm>
          <a:prstGeom prst="flowChartConnector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FA233F9-3FF4-D5A9-6F1E-B441108833C9}"/>
              </a:ext>
            </a:extLst>
          </p:cNvPr>
          <p:cNvSpPr/>
          <p:nvPr/>
        </p:nvSpPr>
        <p:spPr>
          <a:xfrm>
            <a:off x="4756479" y="2685188"/>
            <a:ext cx="552761" cy="553947"/>
          </a:xfrm>
          <a:prstGeom prst="flowChartConnector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CD156-49DC-EBCA-A64B-A74DB374F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613" y="388817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8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4" grpId="0"/>
      <p:bldP spid="26" grpId="0"/>
      <p:bldP spid="2" grpId="0" animBg="1"/>
      <p:bldP spid="3" grpId="0" animBg="1"/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9">
            <a:extLst>
              <a:ext uri="{FF2B5EF4-FFF2-40B4-BE49-F238E27FC236}">
                <a16:creationId xmlns:a16="http://schemas.microsoft.com/office/drawing/2014/main" id="{FE0E91E4-9167-9269-3BE2-AAEB1C99EF4C}"/>
              </a:ext>
            </a:extLst>
          </p:cNvPr>
          <p:cNvSpPr txBox="1"/>
          <p:nvPr/>
        </p:nvSpPr>
        <p:spPr>
          <a:xfrm>
            <a:off x="419100" y="136117"/>
            <a:ext cx="10131011" cy="790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000" b="1" dirty="0">
                <a:solidFill>
                  <a:srgbClr val="A65802"/>
                </a:solidFill>
                <a:latin typeface="TT Fors Bold"/>
              </a:rPr>
              <a:t>Our team members and supervisor: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2E5196C4-4440-9CB8-97AD-CA105BBFF8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12219"/>
              </p:ext>
            </p:extLst>
          </p:nvPr>
        </p:nvGraphicFramePr>
        <p:xfrm>
          <a:off x="222333" y="1605279"/>
          <a:ext cx="5666740" cy="3647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6A5693A1-E6F8-8BFD-F1A7-220F19D866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816588"/>
              </p:ext>
            </p:extLst>
          </p:nvPr>
        </p:nvGraphicFramePr>
        <p:xfrm>
          <a:off x="6326078" y="1605279"/>
          <a:ext cx="5666740" cy="3647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C3724678-C658-13D5-EAAE-6DD46F8A77DF}"/>
              </a:ext>
            </a:extLst>
          </p:cNvPr>
          <p:cNvGrpSpPr/>
          <p:nvPr/>
        </p:nvGrpSpPr>
        <p:grpSpPr>
          <a:xfrm>
            <a:off x="10283601" y="-1141082"/>
            <a:ext cx="3019245" cy="2878441"/>
            <a:chOff x="9941901" y="-1273162"/>
            <a:chExt cx="3019245" cy="2878441"/>
          </a:xfrm>
        </p:grpSpPr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0B7B7530-FC16-BB61-F66B-2F89776B9307}"/>
                </a:ext>
              </a:extLst>
            </p:cNvPr>
            <p:cNvSpPr/>
            <p:nvPr/>
          </p:nvSpPr>
          <p:spPr>
            <a:xfrm>
              <a:off x="9941901" y="-1273162"/>
              <a:ext cx="3019245" cy="2878441"/>
            </a:xfrm>
            <a:prstGeom prst="flowChartConnector">
              <a:avLst/>
            </a:prstGeom>
            <a:solidFill>
              <a:srgbClr val="FD9623"/>
            </a:solidFill>
            <a:ln>
              <a:solidFill>
                <a:srgbClr val="FD9623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EB14A2D3-3BC5-0D3A-C7FF-357F269C4015}"/>
                </a:ext>
              </a:extLst>
            </p:cNvPr>
            <p:cNvSpPr/>
            <p:nvPr/>
          </p:nvSpPr>
          <p:spPr>
            <a:xfrm>
              <a:off x="10294385" y="-891366"/>
              <a:ext cx="2287200" cy="21312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8A9C50F5-4663-0F97-4B82-012C1A2E869A}"/>
              </a:ext>
            </a:extLst>
          </p:cNvPr>
          <p:cNvSpPr/>
          <p:nvPr/>
        </p:nvSpPr>
        <p:spPr>
          <a:xfrm>
            <a:off x="2565395" y="4630687"/>
            <a:ext cx="576149" cy="547241"/>
          </a:xfrm>
          <a:prstGeom prst="flowChartConnector">
            <a:avLst/>
          </a:prstGeom>
          <a:solidFill>
            <a:srgbClr val="FD9623"/>
          </a:solidFill>
          <a:ln>
            <a:solidFill>
              <a:srgbClr val="FD9623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22A97B67-64FE-BFCA-8D6F-A7B03616E1D6}"/>
              </a:ext>
            </a:extLst>
          </p:cNvPr>
          <p:cNvSpPr/>
          <p:nvPr/>
        </p:nvSpPr>
        <p:spPr>
          <a:xfrm>
            <a:off x="-195819" y="5891573"/>
            <a:ext cx="1882736" cy="1832773"/>
          </a:xfrm>
          <a:prstGeom prst="flowChartConnector">
            <a:avLst/>
          </a:prstGeom>
          <a:solidFill>
            <a:srgbClr val="FD9623"/>
          </a:solidFill>
          <a:ln>
            <a:solidFill>
              <a:srgbClr val="FD9623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B6E14A37-9827-5202-BF13-79ED6DC072DA}"/>
              </a:ext>
            </a:extLst>
          </p:cNvPr>
          <p:cNvSpPr/>
          <p:nvPr/>
        </p:nvSpPr>
        <p:spPr>
          <a:xfrm>
            <a:off x="1566852" y="5086445"/>
            <a:ext cx="1011825" cy="993874"/>
          </a:xfrm>
          <a:prstGeom prst="flowChartConnector">
            <a:avLst/>
          </a:prstGeom>
          <a:solidFill>
            <a:srgbClr val="FD9623"/>
          </a:solidFill>
          <a:ln>
            <a:solidFill>
              <a:srgbClr val="FD9623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45D59A97-0155-1F43-14D2-8EE75CF38A45}"/>
              </a:ext>
            </a:extLst>
          </p:cNvPr>
          <p:cNvSpPr/>
          <p:nvPr/>
        </p:nvSpPr>
        <p:spPr>
          <a:xfrm rot="6653687">
            <a:off x="5473617" y="2381126"/>
            <a:ext cx="9188815" cy="630420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1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8ED2C8F-C118-2A43-A665-468B190D35FC}"/>
              </a:ext>
            </a:extLst>
          </p:cNvPr>
          <p:cNvSpPr/>
          <p:nvPr/>
        </p:nvSpPr>
        <p:spPr>
          <a:xfrm>
            <a:off x="1690894" y="-202513"/>
            <a:ext cx="7186914" cy="5785895"/>
          </a:xfrm>
          <a:custGeom>
            <a:avLst/>
            <a:gdLst/>
            <a:ahLst/>
            <a:cxnLst/>
            <a:rect l="l" t="t" r="r" b="b"/>
            <a:pathLst>
              <a:path w="8857785" h="8525618">
                <a:moveTo>
                  <a:pt x="0" y="0"/>
                </a:moveTo>
                <a:lnTo>
                  <a:pt x="8857785" y="0"/>
                </a:lnTo>
                <a:lnTo>
                  <a:pt x="8857785" y="8525618"/>
                </a:lnTo>
                <a:lnTo>
                  <a:pt x="0" y="85256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1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D01A4-0DA1-5C20-C5D7-CD5CB4E7722E}"/>
              </a:ext>
            </a:extLst>
          </p:cNvPr>
          <p:cNvSpPr txBox="1"/>
          <p:nvPr/>
        </p:nvSpPr>
        <p:spPr>
          <a:xfrm>
            <a:off x="8939532" y="5420876"/>
            <a:ext cx="2320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Supervised by</a:t>
            </a:r>
            <a:r>
              <a:rPr lang="en-US" sz="2000" dirty="0"/>
              <a:t>: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</a:endParaRPr>
          </a:p>
          <a:p>
            <a:pPr lvl="0"/>
            <a:r>
              <a:rPr lang="en-US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Dr. </a:t>
            </a:r>
            <a:r>
              <a:rPr lang="en-US" sz="2000" b="1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Djihed</a:t>
            </a:r>
            <a:r>
              <a:rPr lang="en-US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 </a:t>
            </a:r>
            <a:r>
              <a:rPr lang="en-US" sz="2000" b="1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" panose="02110004020202020204"/>
              </a:rPr>
              <a:t>anani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0392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8E4C433E-DAB1-41AD-9C85-B901B2C82E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750"/>
                                        <p:tgtEl>
                                          <p:spTgt spid="21">
                                            <p:graphicEl>
                                              <a:dgm id="{8E4C433E-DAB1-41AD-9C85-B901B2C82E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D6E56653-00E3-4E91-9861-F9C995F9E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750"/>
                                        <p:tgtEl>
                                          <p:spTgt spid="21">
                                            <p:graphicEl>
                                              <a:dgm id="{D6E56653-00E3-4E91-9861-F9C995F9E4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A37C2194-3F82-4EF8-9C23-965B7ACE2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750"/>
                                        <p:tgtEl>
                                          <p:spTgt spid="21">
                                            <p:graphicEl>
                                              <a:dgm id="{A37C2194-3F82-4EF8-9C23-965B7ACE2A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4FFF5B19-E64D-4EC8-85BC-573E50EC12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750"/>
                                        <p:tgtEl>
                                          <p:spTgt spid="21">
                                            <p:graphicEl>
                                              <a:dgm id="{4FFF5B19-E64D-4EC8-85BC-573E50EC12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09A00FCB-BE2C-4110-9493-5B309C33E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750"/>
                                        <p:tgtEl>
                                          <p:spTgt spid="21">
                                            <p:graphicEl>
                                              <a:dgm id="{09A00FCB-BE2C-4110-9493-5B309C33E2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6982F86F-F611-4706-B6C1-297B4F38EA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750"/>
                                        <p:tgtEl>
                                          <p:spTgt spid="21">
                                            <p:graphicEl>
                                              <a:dgm id="{6982F86F-F611-4706-B6C1-297B4F38EA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D5920479-1A21-428E-A01A-29FED4F118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750"/>
                                        <p:tgtEl>
                                          <p:spTgt spid="21">
                                            <p:graphicEl>
                                              <a:dgm id="{D5920479-1A21-428E-A01A-29FED4F118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293EBBE2-4C50-4A8C-8F65-E860D313C8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750"/>
                                        <p:tgtEl>
                                          <p:spTgt spid="21">
                                            <p:graphicEl>
                                              <a:dgm id="{293EBBE2-4C50-4A8C-8F65-E860D313C8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9E74F41C-64A1-4013-99EF-237E1A2AD8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750"/>
                                        <p:tgtEl>
                                          <p:spTgt spid="21">
                                            <p:graphicEl>
                                              <a:dgm id="{9E74F41C-64A1-4013-99EF-237E1A2AD8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FD1E8C21-3CB8-4D13-8062-9982DB05C3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750"/>
                                        <p:tgtEl>
                                          <p:spTgt spid="21">
                                            <p:graphicEl>
                                              <a:dgm id="{FD1E8C21-3CB8-4D13-8062-9982DB05C3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18C676E1-C273-4C36-BEA4-B8DA5BF65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750"/>
                                        <p:tgtEl>
                                          <p:spTgt spid="21">
                                            <p:graphicEl>
                                              <a:dgm id="{18C676E1-C273-4C36-BEA4-B8DA5BF658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A22EC97E-DEF7-4D76-8477-220002ECC3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750"/>
                                        <p:tgtEl>
                                          <p:spTgt spid="21">
                                            <p:graphicEl>
                                              <a:dgm id="{A22EC97E-DEF7-4D76-8477-220002ECC3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8E4C433E-DAB1-41AD-9C85-B901B2C82E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750"/>
                                        <p:tgtEl>
                                          <p:spTgt spid="23">
                                            <p:graphicEl>
                                              <a:dgm id="{8E4C433E-DAB1-41AD-9C85-B901B2C82E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D6E56653-00E3-4E91-9861-F9C995F9E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750"/>
                                        <p:tgtEl>
                                          <p:spTgt spid="23">
                                            <p:graphicEl>
                                              <a:dgm id="{D6E56653-00E3-4E91-9861-F9C995F9E4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37C2194-3F82-4EF8-9C23-965B7ACE2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750"/>
                                        <p:tgtEl>
                                          <p:spTgt spid="23">
                                            <p:graphicEl>
                                              <a:dgm id="{A37C2194-3F82-4EF8-9C23-965B7ACE2A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FFF5B19-E64D-4EC8-85BC-573E50EC12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750"/>
                                        <p:tgtEl>
                                          <p:spTgt spid="23">
                                            <p:graphicEl>
                                              <a:dgm id="{4FFF5B19-E64D-4EC8-85BC-573E50EC12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09A00FCB-BE2C-4110-9493-5B309C33E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750"/>
                                        <p:tgtEl>
                                          <p:spTgt spid="23">
                                            <p:graphicEl>
                                              <a:dgm id="{09A00FCB-BE2C-4110-9493-5B309C33E2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6982F86F-F611-4706-B6C1-297B4F38EA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750"/>
                                        <p:tgtEl>
                                          <p:spTgt spid="23">
                                            <p:graphicEl>
                                              <a:dgm id="{6982F86F-F611-4706-B6C1-297B4F38EA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D5920479-1A21-428E-A01A-29FED4F118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750"/>
                                        <p:tgtEl>
                                          <p:spTgt spid="23">
                                            <p:graphicEl>
                                              <a:dgm id="{D5920479-1A21-428E-A01A-29FED4F118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293EBBE2-4C50-4A8C-8F65-E860D313C8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750"/>
                                        <p:tgtEl>
                                          <p:spTgt spid="23">
                                            <p:graphicEl>
                                              <a:dgm id="{293EBBE2-4C50-4A8C-8F65-E860D313C8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9E74F41C-64A1-4013-99EF-237E1A2AD8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750"/>
                                        <p:tgtEl>
                                          <p:spTgt spid="23">
                                            <p:graphicEl>
                                              <a:dgm id="{9E74F41C-64A1-4013-99EF-237E1A2AD8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D1E8C21-3CB8-4D13-8062-9982DB05C3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750"/>
                                        <p:tgtEl>
                                          <p:spTgt spid="23">
                                            <p:graphicEl>
                                              <a:dgm id="{FD1E8C21-3CB8-4D13-8062-9982DB05C3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18C676E1-C273-4C36-BEA4-B8DA5BF65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750"/>
                                        <p:tgtEl>
                                          <p:spTgt spid="23">
                                            <p:graphicEl>
                                              <a:dgm id="{18C676E1-C273-4C36-BEA4-B8DA5BF658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22EC97E-DEF7-4D76-8477-220002ECC3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750"/>
                                        <p:tgtEl>
                                          <p:spTgt spid="23">
                                            <p:graphicEl>
                                              <a:dgm id="{A22EC97E-DEF7-4D76-8477-220002ECC3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21" grpId="0" uiExpand="1">
        <p:bldSub>
          <a:bldDgm bld="one"/>
        </p:bldSub>
      </p:bldGraphic>
      <p:bldGraphic spid="23" grpId="0" uiExpand="1">
        <p:bldSub>
          <a:bldDgm bld="one"/>
        </p:bldSub>
      </p:bldGraphic>
      <p:bldP spid="28" grpId="0" animBg="1"/>
      <p:bldP spid="29" grpId="0" animBg="1"/>
      <p:bldP spid="30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12C228-AB98-0D98-1467-B8977F32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596" y="-468794"/>
            <a:ext cx="9753600" cy="1866900"/>
          </a:xfrm>
          <a:prstGeom prst="rect">
            <a:avLst/>
          </a:prstGeom>
        </p:spPr>
      </p:pic>
      <p:sp>
        <p:nvSpPr>
          <p:cNvPr id="5" name="TextBox 39">
            <a:extLst>
              <a:ext uri="{FF2B5EF4-FFF2-40B4-BE49-F238E27FC236}">
                <a16:creationId xmlns:a16="http://schemas.microsoft.com/office/drawing/2014/main" id="{9A82C5F1-811E-8266-9B7E-7648B2990D37}"/>
              </a:ext>
            </a:extLst>
          </p:cNvPr>
          <p:cNvSpPr txBox="1"/>
          <p:nvPr/>
        </p:nvSpPr>
        <p:spPr>
          <a:xfrm>
            <a:off x="4176395" y="589423"/>
            <a:ext cx="3839210" cy="808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000" b="1" dirty="0">
                <a:solidFill>
                  <a:srgbClr val="A65802"/>
                </a:solidFill>
                <a:latin typeface="TT Fors Bold"/>
              </a:rPr>
              <a:t>Table of contents: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2F140E-954A-2A7A-D143-C9C8D031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2438400" y="5361713"/>
            <a:ext cx="9753600" cy="1866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B6C7B0-740A-E36E-C33D-C18620DE2DFE}"/>
              </a:ext>
            </a:extLst>
          </p:cNvPr>
          <p:cNvSpPr txBox="1"/>
          <p:nvPr/>
        </p:nvSpPr>
        <p:spPr>
          <a:xfrm>
            <a:off x="1024324" y="1729375"/>
            <a:ext cx="34133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1-Introduction:</a:t>
            </a:r>
          </a:p>
          <a:p>
            <a:r>
              <a:rPr lang="en-US" dirty="0">
                <a:latin typeface="TT Fors Bold" panose="020B0604020202020204" charset="0"/>
              </a:rPr>
              <a:t>• Context and Problem Statement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Our Solution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Project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E6A967-9F07-E4F6-77A2-7409A0709DE2}"/>
              </a:ext>
            </a:extLst>
          </p:cNvPr>
          <p:cNvSpPr txBox="1"/>
          <p:nvPr/>
        </p:nvSpPr>
        <p:spPr>
          <a:xfrm>
            <a:off x="3161997" y="3547560"/>
            <a:ext cx="22048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2-Conceptualization: 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Target Actors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Core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9D14D-9FD4-5F4F-0F59-22FFD7E29937}"/>
              </a:ext>
            </a:extLst>
          </p:cNvPr>
          <p:cNvSpPr txBox="1"/>
          <p:nvPr/>
        </p:nvSpPr>
        <p:spPr>
          <a:xfrm>
            <a:off x="6238656" y="1850078"/>
            <a:ext cx="40634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3-Technical Design and Implementation: 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Use Case Diagram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Class Diagram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Technologies and Tools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401D7-FD30-5B23-2267-1FC6EDF3A284}"/>
              </a:ext>
            </a:extLst>
          </p:cNvPr>
          <p:cNvSpPr txBox="1"/>
          <p:nvPr/>
        </p:nvSpPr>
        <p:spPr>
          <a:xfrm>
            <a:off x="9304396" y="3547560"/>
            <a:ext cx="24424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4-Conclusion: 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Limitations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Future Improvements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What We’ve Learned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Conclusion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• Thank You </a:t>
            </a:r>
          </a:p>
        </p:txBody>
      </p:sp>
    </p:spTree>
    <p:extLst>
      <p:ext uri="{BB962C8B-B14F-4D97-AF65-F5344CB8AC3E}">
        <p14:creationId xmlns:p14="http://schemas.microsoft.com/office/powerpoint/2010/main" val="95294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uiExpand="1" build="p"/>
      <p:bldP spid="11" grpId="0" uiExpand="1" build="p"/>
      <p:bldP spid="12" grpId="0" uiExpand="1" build="p"/>
      <p:bldP spid="1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4E7C4A-C2AB-3DEC-5AE1-AF04CCA2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248" y="1898248"/>
            <a:ext cx="4959752" cy="49597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5C11BD-A714-BEC5-969A-ECD7045DE30F}"/>
              </a:ext>
            </a:extLst>
          </p:cNvPr>
          <p:cNvSpPr txBox="1"/>
          <p:nvPr/>
        </p:nvSpPr>
        <p:spPr>
          <a:xfrm>
            <a:off x="138897" y="999288"/>
            <a:ext cx="6617828" cy="8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699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Context and Problem Statement</a:t>
            </a:r>
            <a:r>
              <a:rPr lang="ar-DZ" sz="3200" b="1" dirty="0">
                <a:solidFill>
                  <a:srgbClr val="A65802"/>
                </a:solidFill>
                <a:latin typeface="TT Fors Bold" panose="020B0604020202020204" charset="0"/>
              </a:rPr>
              <a:t>:</a:t>
            </a:r>
            <a:endParaRPr lang="en-US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EDA08-846C-A8B2-0418-EAF8F8088285}"/>
              </a:ext>
            </a:extLst>
          </p:cNvPr>
          <p:cNvSpPr txBox="1"/>
          <p:nvPr/>
        </p:nvSpPr>
        <p:spPr>
          <a:xfrm>
            <a:off x="127321" y="276503"/>
            <a:ext cx="2740032" cy="126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99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D9623"/>
                </a:solidFill>
                <a:latin typeface="TT Fors Bold" panose="020B0604020202020204" charset="0"/>
              </a:rPr>
              <a:t>Introduction</a:t>
            </a:r>
            <a:r>
              <a:rPr lang="ar-DZ" sz="3200" b="1" dirty="0">
                <a:solidFill>
                  <a:srgbClr val="FD9623"/>
                </a:solidFill>
                <a:latin typeface="TT Fors Bold" panose="020B0604020202020204" charset="0"/>
              </a:rPr>
              <a:t>: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96693-C4C1-363A-29C0-0287928B3FD9}"/>
              </a:ext>
            </a:extLst>
          </p:cNvPr>
          <p:cNvSpPr txBox="1"/>
          <p:nvPr/>
        </p:nvSpPr>
        <p:spPr>
          <a:xfrm>
            <a:off x="277791" y="2130483"/>
            <a:ext cx="7280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T Fors Bold" panose="020B0604020202020204" charset="0"/>
              </a:rPr>
              <a:t>Algeria has a rich food culture yet none of it exists in one digital place.</a:t>
            </a:r>
          </a:p>
        </p:txBody>
      </p:sp>
      <p:sp>
        <p:nvSpPr>
          <p:cNvPr id="17" name="Double Wave 16">
            <a:extLst>
              <a:ext uri="{FF2B5EF4-FFF2-40B4-BE49-F238E27FC236}">
                <a16:creationId xmlns:a16="http://schemas.microsoft.com/office/drawing/2014/main" id="{0D6FBE1B-F89A-ED4C-4C17-8F8100CEF1F7}"/>
              </a:ext>
            </a:extLst>
          </p:cNvPr>
          <p:cNvSpPr/>
          <p:nvPr/>
        </p:nvSpPr>
        <p:spPr>
          <a:xfrm>
            <a:off x="127321" y="412322"/>
            <a:ext cx="2740032" cy="859081"/>
          </a:xfrm>
          <a:prstGeom prst="doubleWave">
            <a:avLst/>
          </a:prstGeom>
          <a:solidFill>
            <a:srgbClr val="FD9623">
              <a:alpha val="18000"/>
            </a:srgbClr>
          </a:solidFill>
          <a:ln>
            <a:solidFill>
              <a:srgbClr val="FD9623">
                <a:alpha val="0"/>
              </a:srgbClr>
            </a:solidFill>
          </a:ln>
          <a:effectLst>
            <a:glow>
              <a:schemeClr val="bg1">
                <a:alpha val="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50800" dir="5400000" sx="105000" sy="105000" algn="ctr" rotWithShape="0">
                  <a:srgbClr val="000000"/>
                </a:outerShdw>
              </a:effectLst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B247FCEC-8DBB-6302-D853-BD8BD5C56EB7}"/>
              </a:ext>
            </a:extLst>
          </p:cNvPr>
          <p:cNvSpPr/>
          <p:nvPr/>
        </p:nvSpPr>
        <p:spPr>
          <a:xfrm rot="6653687">
            <a:off x="-2033353" y="539740"/>
            <a:ext cx="9188815" cy="630420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296428D6-6E15-9725-5CA1-F76AE3DB28B1}"/>
              </a:ext>
            </a:extLst>
          </p:cNvPr>
          <p:cNvSpPr/>
          <p:nvPr/>
        </p:nvSpPr>
        <p:spPr>
          <a:xfrm>
            <a:off x="10586927" y="-639884"/>
            <a:ext cx="1882736" cy="1832773"/>
          </a:xfrm>
          <a:prstGeom prst="flowChartConnector">
            <a:avLst/>
          </a:prstGeom>
          <a:solidFill>
            <a:srgbClr val="FD9623"/>
          </a:solidFill>
          <a:ln>
            <a:solidFill>
              <a:srgbClr val="FD9623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43782-8B31-7DD9-5D62-11BE00793927}"/>
              </a:ext>
            </a:extLst>
          </p:cNvPr>
          <p:cNvSpPr txBox="1"/>
          <p:nvPr/>
        </p:nvSpPr>
        <p:spPr>
          <a:xfrm>
            <a:off x="277792" y="3301103"/>
            <a:ext cx="55326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No Community Space</a:t>
            </a:r>
          </a:p>
          <a:p>
            <a:r>
              <a:rPr lang="en-US" dirty="0">
                <a:latin typeface="TT Fors Bold" panose="020B0604020202020204" charset="0"/>
              </a:rPr>
              <a:t>Food conversations buried in unrelated social media 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E7CAB9-27A6-589F-8E77-85B75B011332}"/>
              </a:ext>
            </a:extLst>
          </p:cNvPr>
          <p:cNvSpPr txBox="1"/>
          <p:nvPr/>
        </p:nvSpPr>
        <p:spPr>
          <a:xfrm>
            <a:off x="277791" y="5021676"/>
            <a:ext cx="5532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No Digital Storefront</a:t>
            </a:r>
          </a:p>
          <a:p>
            <a:r>
              <a:rPr lang="en-US" dirty="0">
                <a:latin typeface="TT Fors Bold" panose="020B0604020202020204" charset="0"/>
              </a:rPr>
              <a:t>Restaurants have no dedicated space to showcase their menu, prices, or working hours 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904350-D05C-4646-094A-0DBEF4A3C860}"/>
              </a:ext>
            </a:extLst>
          </p:cNvPr>
          <p:cNvSpPr txBox="1"/>
          <p:nvPr/>
        </p:nvSpPr>
        <p:spPr>
          <a:xfrm>
            <a:off x="1497337" y="4198993"/>
            <a:ext cx="525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No Ordering Platform</a:t>
            </a:r>
          </a:p>
          <a:p>
            <a:r>
              <a:rPr lang="en-US" dirty="0">
                <a:latin typeface="TT Fors Bold" panose="020B0604020202020204" charset="0"/>
              </a:rPr>
              <a:t>Orders over phone no digital flow, no confirmation </a:t>
            </a:r>
          </a:p>
        </p:txBody>
      </p:sp>
    </p:spTree>
    <p:extLst>
      <p:ext uri="{BB962C8B-B14F-4D97-AF65-F5344CB8AC3E}">
        <p14:creationId xmlns:p14="http://schemas.microsoft.com/office/powerpoint/2010/main" val="244003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2" grpId="0"/>
      <p:bldP spid="17" grpId="0" animBg="1"/>
      <p:bldP spid="14" grpId="0" animBg="1"/>
      <p:bldP spid="18" grpId="0" uiExpand="1" build="p"/>
      <p:bldP spid="19" grpId="0" uiExpand="1" build="p"/>
      <p:bldP spid="2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F1BD40-9DB8-DE18-D749-C6CF9900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" y="1593843"/>
            <a:ext cx="4762982" cy="4762982"/>
          </a:xfrm>
          <a:prstGeom prst="rect">
            <a:avLst/>
          </a:prstGeom>
        </p:spPr>
      </p:pic>
      <p:sp>
        <p:nvSpPr>
          <p:cNvPr id="8" name="Freeform 3">
            <a:extLst>
              <a:ext uri="{FF2B5EF4-FFF2-40B4-BE49-F238E27FC236}">
                <a16:creationId xmlns:a16="http://schemas.microsoft.com/office/drawing/2014/main" id="{6DCD1034-F3C4-4254-5A3B-6F875FCD88A5}"/>
              </a:ext>
            </a:extLst>
          </p:cNvPr>
          <p:cNvSpPr/>
          <p:nvPr/>
        </p:nvSpPr>
        <p:spPr>
          <a:xfrm rot="18996246">
            <a:off x="4344299" y="3204723"/>
            <a:ext cx="9188815" cy="630420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5EF58-DF0F-32A2-A474-1C0B3ABA8ADA}"/>
              </a:ext>
            </a:extLst>
          </p:cNvPr>
          <p:cNvSpPr txBox="1"/>
          <p:nvPr/>
        </p:nvSpPr>
        <p:spPr>
          <a:xfrm>
            <a:off x="4204662" y="-58713"/>
            <a:ext cx="2835797" cy="86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DZ" dirty="0"/>
              <a:t>                                     </a:t>
            </a:r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Our Solution</a:t>
            </a:r>
            <a:r>
              <a:rPr lang="ar-DZ" sz="3200" b="1" dirty="0">
                <a:solidFill>
                  <a:srgbClr val="A65802"/>
                </a:solidFill>
                <a:latin typeface="TT Fors Bold" panose="020B0604020202020204" charset="0"/>
              </a:rPr>
              <a:t>:</a:t>
            </a:r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 </a:t>
            </a:r>
            <a:endParaRPr lang="ar-DZ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D6D25A-EB8E-FD8F-73FA-DCF2150527E1}"/>
              </a:ext>
            </a:extLst>
          </p:cNvPr>
          <p:cNvSpPr txBox="1"/>
          <p:nvPr/>
        </p:nvSpPr>
        <p:spPr>
          <a:xfrm>
            <a:off x="4204662" y="937138"/>
            <a:ext cx="75389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T Fors Bold" panose="020B0604020202020204" charset="0"/>
              </a:rPr>
              <a:t>FeedMe</a:t>
            </a:r>
            <a:r>
              <a:rPr lang="en-US" sz="2400" dirty="0">
                <a:latin typeface="TT Fors Bold" panose="020B0604020202020204" charset="0"/>
              </a:rPr>
              <a:t> Discover, Order, Share, All in one single platform.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B3CBE-8744-DB40-E787-0BA6A2C0D766}"/>
              </a:ext>
            </a:extLst>
          </p:cNvPr>
          <p:cNvSpPr txBox="1"/>
          <p:nvPr/>
        </p:nvSpPr>
        <p:spPr>
          <a:xfrm>
            <a:off x="5453636" y="2136776"/>
            <a:ext cx="6171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Food Ordering</a:t>
            </a:r>
          </a:p>
          <a:p>
            <a:r>
              <a:rPr lang="en-US" dirty="0">
                <a:latin typeface="TT Fors Bold" panose="020B0604020202020204" charset="0"/>
              </a:rPr>
              <a:t>Users browse the store, add items to cart, and place orders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93948-B914-E020-17FE-E9E2952D53DF}"/>
              </a:ext>
            </a:extLst>
          </p:cNvPr>
          <p:cNvSpPr txBox="1"/>
          <p:nvPr/>
        </p:nvSpPr>
        <p:spPr>
          <a:xfrm>
            <a:off x="4691620" y="3052004"/>
            <a:ext cx="6387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Social Feed</a:t>
            </a:r>
          </a:p>
          <a:p>
            <a:r>
              <a:rPr lang="en-US" dirty="0">
                <a:latin typeface="TT Fors Bold" panose="020B0604020202020204" charset="0"/>
              </a:rPr>
              <a:t>Posts &amp; reels from users and restaurants. Discover a place through its content, then order directly.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485506-67FB-9414-0546-C51F8D3BB235}"/>
              </a:ext>
            </a:extLst>
          </p:cNvPr>
          <p:cNvSpPr txBox="1"/>
          <p:nvPr/>
        </p:nvSpPr>
        <p:spPr>
          <a:xfrm>
            <a:off x="5453636" y="4228797"/>
            <a:ext cx="6387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Community Q&amp;A</a:t>
            </a:r>
          </a:p>
          <a:p>
            <a:r>
              <a:rPr lang="en-US" dirty="0">
                <a:latin typeface="TT Fors Bold" panose="020B0604020202020204" charset="0"/>
              </a:rPr>
              <a:t>Ask food questions, share recipes, get answers from the community.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893C6-EB76-0C74-912C-C26EB90DF220}"/>
              </a:ext>
            </a:extLst>
          </p:cNvPr>
          <p:cNvSpPr txBox="1"/>
          <p:nvPr/>
        </p:nvSpPr>
        <p:spPr>
          <a:xfrm>
            <a:off x="4691620" y="5335411"/>
            <a:ext cx="6315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Restaurant Tools</a:t>
            </a:r>
          </a:p>
          <a:p>
            <a:r>
              <a:rPr lang="en-US" dirty="0">
                <a:latin typeface="TT Fors Bold" panose="020B0604020202020204" charset="0"/>
              </a:rPr>
              <a:t>Managing restaurant’s information, products, and incoming orders.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3DF976-1775-57FC-7EB9-9ED8596BDEBD}"/>
              </a:ext>
            </a:extLst>
          </p:cNvPr>
          <p:cNvGrpSpPr/>
          <p:nvPr/>
        </p:nvGrpSpPr>
        <p:grpSpPr>
          <a:xfrm>
            <a:off x="-734692" y="-1276934"/>
            <a:ext cx="3019245" cy="2878441"/>
            <a:chOff x="9941901" y="-1273162"/>
            <a:chExt cx="3019245" cy="2878441"/>
          </a:xfrm>
        </p:grpSpPr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9857AD10-60F7-5D0E-B090-745244D1D66F}"/>
                </a:ext>
              </a:extLst>
            </p:cNvPr>
            <p:cNvSpPr/>
            <p:nvPr/>
          </p:nvSpPr>
          <p:spPr>
            <a:xfrm>
              <a:off x="9941901" y="-1273162"/>
              <a:ext cx="3019245" cy="2878441"/>
            </a:xfrm>
            <a:prstGeom prst="flowChartConnector">
              <a:avLst/>
            </a:prstGeom>
            <a:solidFill>
              <a:srgbClr val="FD9623"/>
            </a:solidFill>
            <a:ln>
              <a:solidFill>
                <a:srgbClr val="FD9623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4453C6AF-92EC-4443-F49C-D8990843780B}"/>
                </a:ext>
              </a:extLst>
            </p:cNvPr>
            <p:cNvSpPr/>
            <p:nvPr/>
          </p:nvSpPr>
          <p:spPr>
            <a:xfrm>
              <a:off x="10294385" y="-891366"/>
              <a:ext cx="2287200" cy="21312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Freeform 3">
            <a:extLst>
              <a:ext uri="{FF2B5EF4-FFF2-40B4-BE49-F238E27FC236}">
                <a16:creationId xmlns:a16="http://schemas.microsoft.com/office/drawing/2014/main" id="{044F31DD-1209-E34C-29D0-128774B38A2F}"/>
              </a:ext>
            </a:extLst>
          </p:cNvPr>
          <p:cNvSpPr/>
          <p:nvPr/>
        </p:nvSpPr>
        <p:spPr>
          <a:xfrm rot="7787602">
            <a:off x="2243374" y="-1015916"/>
            <a:ext cx="5510649" cy="3154701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6667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uiExpand="1" build="p"/>
      <p:bldP spid="14" grpId="0" uiExpand="1" build="p"/>
      <p:bldP spid="15" grpId="0" uiExpand="1" build="p"/>
      <p:bldP spid="1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029F57-7176-D927-CACD-CBB0B138C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681" y="0"/>
            <a:ext cx="418231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E9412-4CC8-CAFB-450D-4A48B7B4283D}"/>
              </a:ext>
            </a:extLst>
          </p:cNvPr>
          <p:cNvSpPr txBox="1"/>
          <p:nvPr/>
        </p:nvSpPr>
        <p:spPr>
          <a:xfrm>
            <a:off x="332210" y="167336"/>
            <a:ext cx="3850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Project Objectives: </a:t>
            </a:r>
            <a:endParaRPr lang="ar-DZ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5B2FB7-F77D-9207-A9B7-0F3AF2333BC4}"/>
              </a:ext>
            </a:extLst>
          </p:cNvPr>
          <p:cNvSpPr txBox="1"/>
          <p:nvPr/>
        </p:nvSpPr>
        <p:spPr>
          <a:xfrm>
            <a:off x="801919" y="1040773"/>
            <a:ext cx="6466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Unify the Algerian Food Experience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Bring social interaction, restaurant discovery, and food ordering into one cohesive platform eliminating fragmentation.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25DC4-146B-4CD0-6224-391A6A7196EF}"/>
              </a:ext>
            </a:extLst>
          </p:cNvPr>
          <p:cNvSpPr txBox="1"/>
          <p:nvPr/>
        </p:nvSpPr>
        <p:spPr>
          <a:xfrm>
            <a:off x="801919" y="4042081"/>
            <a:ext cx="6171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Enhance Food Discovery for Users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Make it easy to find restaurants and order food , filter by cuisine, and explore menus in an intuitive experience.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3F93BD-9CEC-A908-40AE-0A6EF1E733BF}"/>
              </a:ext>
            </a:extLst>
          </p:cNvPr>
          <p:cNvSpPr txBox="1"/>
          <p:nvPr/>
        </p:nvSpPr>
        <p:spPr>
          <a:xfrm>
            <a:off x="1535575" y="2541427"/>
            <a:ext cx="6805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Empower Restaurant Businesses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Give restaurants a professional digital presence to manage menus, receive orders, and engage customers.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32846-C0D0-8560-F56A-9734C1CD2EAC}"/>
              </a:ext>
            </a:extLst>
          </p:cNvPr>
          <p:cNvSpPr txBox="1"/>
          <p:nvPr/>
        </p:nvSpPr>
        <p:spPr>
          <a:xfrm>
            <a:off x="1535575" y="5466253"/>
            <a:ext cx="6171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Foster a Culinary Social Community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Allow users and restaurants to share food content, recipes, and discoveries, celebrating Algerian food culture.</a:t>
            </a: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134F049E-9096-4247-81C6-DBC16246A9C1}"/>
              </a:ext>
            </a:extLst>
          </p:cNvPr>
          <p:cNvSpPr/>
          <p:nvPr/>
        </p:nvSpPr>
        <p:spPr>
          <a:xfrm rot="11069438">
            <a:off x="-2153409" y="2314151"/>
            <a:ext cx="9188815" cy="630420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0D743660-76EF-2107-C53C-5394EA2AC467}"/>
              </a:ext>
            </a:extLst>
          </p:cNvPr>
          <p:cNvSpPr/>
          <p:nvPr/>
        </p:nvSpPr>
        <p:spPr>
          <a:xfrm rot="2761247">
            <a:off x="2499083" y="-48421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3725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uiExpand="1" build="p"/>
      <p:bldP spid="9" grpId="0" uiExpand="1" build="p"/>
      <p:bldP spid="10" grpId="0" uiExpand="1" build="p"/>
      <p:bldP spid="1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C1B133-E320-925D-FE83-3D1EFF8BEB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34C6EE-A942-0AC7-7EC2-EFE678113942}"/>
              </a:ext>
            </a:extLst>
          </p:cNvPr>
          <p:cNvSpPr txBox="1"/>
          <p:nvPr/>
        </p:nvSpPr>
        <p:spPr>
          <a:xfrm>
            <a:off x="4736296" y="396240"/>
            <a:ext cx="2719408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699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Target Actors</a:t>
            </a:r>
            <a:r>
              <a:rPr lang="ar-DZ" sz="3200" b="1" dirty="0">
                <a:solidFill>
                  <a:srgbClr val="A65802"/>
                </a:solidFill>
                <a:latin typeface="TT Fors Bold" panose="020B0604020202020204" charset="0"/>
              </a:rPr>
              <a:t>:</a:t>
            </a:r>
            <a:endParaRPr lang="en-US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46CA3-360A-3CED-0E25-9850EB6FAA15}"/>
              </a:ext>
            </a:extLst>
          </p:cNvPr>
          <p:cNvSpPr txBox="1"/>
          <p:nvPr/>
        </p:nvSpPr>
        <p:spPr>
          <a:xfrm>
            <a:off x="660400" y="2274838"/>
            <a:ext cx="4876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Regular User 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Everyday people who use </a:t>
            </a:r>
            <a:r>
              <a:rPr lang="en-US" dirty="0" err="1">
                <a:latin typeface="TT Fors Bold" panose="020B0604020202020204" charset="0"/>
              </a:rPr>
              <a:t>FeedMe</a:t>
            </a:r>
            <a:r>
              <a:rPr lang="en-US" dirty="0">
                <a:latin typeface="TT Fors Bold" panose="020B0604020202020204" charset="0"/>
              </a:rPr>
              <a:t> to discover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food and engage with the community. They're not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just consumers , they're active participants.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They order food, share their experiences through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posts and reels, ask and answer food questions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and shape the social dynamic of the platform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through their interactions.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7AAEA-FCB4-4283-B95D-7701B69D3160}"/>
              </a:ext>
            </a:extLst>
          </p:cNvPr>
          <p:cNvSpPr txBox="1"/>
          <p:nvPr/>
        </p:nvSpPr>
        <p:spPr>
          <a:xfrm>
            <a:off x="6654801" y="2290250"/>
            <a:ext cx="48767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Restaurant Owner 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Businesses that come to </a:t>
            </a:r>
            <a:r>
              <a:rPr lang="en-US" dirty="0" err="1">
                <a:latin typeface="TT Fors Bold" panose="020B0604020202020204" charset="0"/>
              </a:rPr>
              <a:t>FeedMe</a:t>
            </a:r>
            <a:r>
              <a:rPr lang="en-US" dirty="0">
                <a:latin typeface="TT Fors Bold" panose="020B0604020202020204" charset="0"/>
              </a:rPr>
              <a:t> to build a real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digital presence. 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They manage their restaurant profile, publish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their menu with full product details, process</a:t>
            </a:r>
            <a:endParaRPr lang="ar-DZ" dirty="0"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incoming orders, and engage with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400985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uiExpand="1" build="p"/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B75DE-8249-87B4-B2B1-D0637DEE0A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64F272-6B0A-C0D5-ED32-72CBD36357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73880" y="883920"/>
            <a:ext cx="3505200" cy="2783840"/>
          </a:xfrm>
          <a:prstGeom prst="roundRect">
            <a:avLst/>
          </a:prstGeom>
          <a:solidFill>
            <a:srgbClr val="FEC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36BDC2-EB4A-6726-8A9E-7296DB433EEA}"/>
              </a:ext>
            </a:extLst>
          </p:cNvPr>
          <p:cNvSpPr txBox="1"/>
          <p:nvPr/>
        </p:nvSpPr>
        <p:spPr>
          <a:xfrm>
            <a:off x="4746741" y="95945"/>
            <a:ext cx="26985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Core Features:</a:t>
            </a:r>
            <a:endParaRPr lang="ar-DZ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21BF2BE-7FA7-2052-C7D7-732904EEECF5}"/>
              </a:ext>
            </a:extLst>
          </p:cNvPr>
          <p:cNvGrpSpPr/>
          <p:nvPr/>
        </p:nvGrpSpPr>
        <p:grpSpPr>
          <a:xfrm>
            <a:off x="4746741" y="1158240"/>
            <a:ext cx="1148080" cy="406400"/>
            <a:chOff x="4746741" y="1158240"/>
            <a:chExt cx="1148080" cy="40640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288BEE0-AE3A-345B-ABED-D65181D7FB26}"/>
                </a:ext>
              </a:extLst>
            </p:cNvPr>
            <p:cNvSpPr/>
            <p:nvPr/>
          </p:nvSpPr>
          <p:spPr>
            <a:xfrm>
              <a:off x="4746741" y="1158240"/>
              <a:ext cx="1148080" cy="406400"/>
            </a:xfrm>
            <a:prstGeom prst="roundRect">
              <a:avLst/>
            </a:prstGeom>
            <a:solidFill>
              <a:srgbClr val="FD96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D9623"/>
                  </a:solidFill>
                  <a:latin typeface="TT Fors Bold" panose="020B0604020202020204" charset="0"/>
                </a:rPr>
                <a:t>t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5BD08A8-1F84-B3D3-CDB7-D749492A849E}"/>
                </a:ext>
              </a:extLst>
            </p:cNvPr>
            <p:cNvSpPr txBox="1"/>
            <p:nvPr/>
          </p:nvSpPr>
          <p:spPr>
            <a:xfrm>
              <a:off x="4995661" y="1176626"/>
              <a:ext cx="65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T Fors Bold" panose="020B0604020202020204" charset="0"/>
                </a:rPr>
                <a:t>Both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57D8585-C22D-1D0E-DDF3-03A9497E65AB}"/>
              </a:ext>
            </a:extLst>
          </p:cNvPr>
          <p:cNvSpPr txBox="1"/>
          <p:nvPr/>
        </p:nvSpPr>
        <p:spPr>
          <a:xfrm>
            <a:off x="4667886" y="1629340"/>
            <a:ext cx="241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6402"/>
                </a:solidFill>
                <a:latin typeface="TT Fors Bold" panose="020B0604020202020204" charset="0"/>
              </a:rPr>
              <a:t>Profile Management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ADA3D4-0EF2-9A3A-71D2-A1713CD18D7E}"/>
              </a:ext>
            </a:extLst>
          </p:cNvPr>
          <p:cNvSpPr txBox="1"/>
          <p:nvPr/>
        </p:nvSpPr>
        <p:spPr>
          <a:xfrm>
            <a:off x="4667885" y="2058326"/>
            <a:ext cx="30906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T Fors Bold" panose="020B0604020202020204" charset="0"/>
              </a:rPr>
              <a:t>Edit personal info, photos &amp; restaurant details. Updating sensitive data like email or password requires additional verification.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CCC9962-51C4-B87B-EDEB-1777A3650305}"/>
              </a:ext>
            </a:extLst>
          </p:cNvPr>
          <p:cNvSpPr/>
          <p:nvPr/>
        </p:nvSpPr>
        <p:spPr>
          <a:xfrm>
            <a:off x="4373880" y="3978215"/>
            <a:ext cx="3505200" cy="2783840"/>
          </a:xfrm>
          <a:prstGeom prst="roundRect">
            <a:avLst/>
          </a:prstGeom>
          <a:solidFill>
            <a:srgbClr val="FEC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BAE5BF-EA77-3EDE-B9E5-CA065B45566A}"/>
              </a:ext>
            </a:extLst>
          </p:cNvPr>
          <p:cNvSpPr txBox="1"/>
          <p:nvPr/>
        </p:nvSpPr>
        <p:spPr>
          <a:xfrm>
            <a:off x="4667886" y="4750375"/>
            <a:ext cx="215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6402"/>
                </a:solidFill>
                <a:latin typeface="TT Fors Bold" panose="020B0604020202020204" charset="0"/>
              </a:rPr>
              <a:t>The Store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F2B523-2D25-4CDB-ACA2-13342345152A}"/>
              </a:ext>
            </a:extLst>
          </p:cNvPr>
          <p:cNvSpPr txBox="1"/>
          <p:nvPr/>
        </p:nvSpPr>
        <p:spPr>
          <a:xfrm>
            <a:off x="4667886" y="5181845"/>
            <a:ext cx="3090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T Fors Bold" panose="020B0604020202020204" charset="0"/>
              </a:rPr>
              <a:t>Browse products, search by name, filter by price &amp; preparation time, add to cart, place an order and get a confirmation. 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73218C4-7E50-6D25-E44D-BBD15A1728E7}"/>
              </a:ext>
            </a:extLst>
          </p:cNvPr>
          <p:cNvSpPr/>
          <p:nvPr/>
        </p:nvSpPr>
        <p:spPr>
          <a:xfrm>
            <a:off x="8282940" y="899438"/>
            <a:ext cx="3505200" cy="2783840"/>
          </a:xfrm>
          <a:prstGeom prst="roundRect">
            <a:avLst/>
          </a:prstGeom>
          <a:solidFill>
            <a:srgbClr val="FEC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9320C6-003F-04DD-410E-12BA0A27A4A6}"/>
              </a:ext>
            </a:extLst>
          </p:cNvPr>
          <p:cNvSpPr txBox="1"/>
          <p:nvPr/>
        </p:nvSpPr>
        <p:spPr>
          <a:xfrm>
            <a:off x="8589185" y="1629340"/>
            <a:ext cx="215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6402"/>
                </a:solidFill>
                <a:latin typeface="TT Fors Bold" panose="020B0604020202020204" charset="0"/>
              </a:rPr>
              <a:t>Community Feed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8CEAA4-0E3D-D11D-6893-D32DBF65B69F}"/>
              </a:ext>
            </a:extLst>
          </p:cNvPr>
          <p:cNvSpPr txBox="1"/>
          <p:nvPr/>
        </p:nvSpPr>
        <p:spPr>
          <a:xfrm>
            <a:off x="8589185" y="2061157"/>
            <a:ext cx="2974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T Fors Bold" panose="020B0604020202020204" charset="0"/>
              </a:rPr>
              <a:t>Posts &amp; reels open to both users and restaurants. Like, comment, and discover restaurants directly through their content.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766CCB6-36AE-25F9-FDEF-8C040FFE1F05}"/>
              </a:ext>
            </a:extLst>
          </p:cNvPr>
          <p:cNvSpPr/>
          <p:nvPr/>
        </p:nvSpPr>
        <p:spPr>
          <a:xfrm>
            <a:off x="8313420" y="3957598"/>
            <a:ext cx="3505200" cy="2783840"/>
          </a:xfrm>
          <a:prstGeom prst="roundRect">
            <a:avLst/>
          </a:prstGeom>
          <a:solidFill>
            <a:srgbClr val="FEC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87EDAC-E4A8-7BD6-F023-3BB76FF77C03}"/>
              </a:ext>
            </a:extLst>
          </p:cNvPr>
          <p:cNvGrpSpPr/>
          <p:nvPr/>
        </p:nvGrpSpPr>
        <p:grpSpPr>
          <a:xfrm>
            <a:off x="8644631" y="4231918"/>
            <a:ext cx="1289309" cy="406400"/>
            <a:chOff x="8644631" y="4231918"/>
            <a:chExt cx="1289309" cy="406400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EBE5723-E71D-18B5-0838-98F615F3150C}"/>
                </a:ext>
              </a:extLst>
            </p:cNvPr>
            <p:cNvSpPr/>
            <p:nvPr/>
          </p:nvSpPr>
          <p:spPr>
            <a:xfrm>
              <a:off x="8686281" y="4231918"/>
              <a:ext cx="1148080" cy="406400"/>
            </a:xfrm>
            <a:prstGeom prst="roundRect">
              <a:avLst/>
            </a:prstGeom>
            <a:solidFill>
              <a:srgbClr val="FD96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D9623"/>
                  </a:solidFill>
                  <a:latin typeface="TT Fors Bold" panose="020B0604020202020204" charset="0"/>
                </a:rPr>
                <a:t>t</a:t>
              </a:r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245EDE-493E-8425-4918-12BF417E27FF}"/>
                </a:ext>
              </a:extLst>
            </p:cNvPr>
            <p:cNvSpPr txBox="1"/>
            <p:nvPr/>
          </p:nvSpPr>
          <p:spPr>
            <a:xfrm>
              <a:off x="8644631" y="4252238"/>
              <a:ext cx="12893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T Fors Bold" panose="020B0604020202020204" charset="0"/>
                </a:rPr>
                <a:t>Restaurant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F297E65F-9AE6-F4F3-79C0-342194594AB2}"/>
              </a:ext>
            </a:extLst>
          </p:cNvPr>
          <p:cNvSpPr txBox="1"/>
          <p:nvPr/>
        </p:nvSpPr>
        <p:spPr>
          <a:xfrm>
            <a:off x="8592937" y="4748292"/>
            <a:ext cx="3132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6402"/>
                </a:solidFill>
                <a:latin typeface="TT Fors Bold" panose="020B0604020202020204" charset="0"/>
              </a:rPr>
              <a:t>Product &amp; Order Management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6CCD62-B4B0-F29B-0EF2-7226462298FB}"/>
              </a:ext>
            </a:extLst>
          </p:cNvPr>
          <p:cNvSpPr txBox="1"/>
          <p:nvPr/>
        </p:nvSpPr>
        <p:spPr>
          <a:xfrm>
            <a:off x="8592937" y="5167868"/>
            <a:ext cx="3132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T Fors Bold" panose="020B0604020202020204" charset="0"/>
              </a:rPr>
              <a:t>Add, edit, or delete products. View incoming orders by status and accept them from a dedicated dashboard.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518AFE6-A19C-1333-6CB0-B7F0310215D3}"/>
              </a:ext>
            </a:extLst>
          </p:cNvPr>
          <p:cNvSpPr/>
          <p:nvPr/>
        </p:nvSpPr>
        <p:spPr>
          <a:xfrm>
            <a:off x="434340" y="3978215"/>
            <a:ext cx="3505200" cy="2783840"/>
          </a:xfrm>
          <a:prstGeom prst="roundRect">
            <a:avLst/>
          </a:prstGeom>
          <a:solidFill>
            <a:srgbClr val="FEC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05256C-13CA-0DF5-A1DF-E164D3C48206}"/>
              </a:ext>
            </a:extLst>
          </p:cNvPr>
          <p:cNvSpPr txBox="1"/>
          <p:nvPr/>
        </p:nvSpPr>
        <p:spPr>
          <a:xfrm>
            <a:off x="746124" y="4764107"/>
            <a:ext cx="215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6402"/>
                </a:solidFill>
                <a:latin typeface="TT Fors Bold" panose="020B0604020202020204" charset="0"/>
              </a:rPr>
              <a:t>Community Q&amp;A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BB8662-636B-9846-F945-392E781E6BAC}"/>
              </a:ext>
            </a:extLst>
          </p:cNvPr>
          <p:cNvSpPr txBox="1"/>
          <p:nvPr/>
        </p:nvSpPr>
        <p:spPr>
          <a:xfrm>
            <a:off x="746124" y="5202277"/>
            <a:ext cx="3193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T Fors Bold" panose="020B0604020202020204" charset="0"/>
              </a:rPr>
              <a:t>Ask or answer food questions regardless of role. Save questions to revisit later.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A23F59A-4EB6-2336-0266-220CF0046645}"/>
              </a:ext>
            </a:extLst>
          </p:cNvPr>
          <p:cNvSpPr/>
          <p:nvPr/>
        </p:nvSpPr>
        <p:spPr>
          <a:xfrm>
            <a:off x="464820" y="883920"/>
            <a:ext cx="3505200" cy="2783840"/>
          </a:xfrm>
          <a:prstGeom prst="roundRect">
            <a:avLst/>
          </a:prstGeom>
          <a:solidFill>
            <a:srgbClr val="FEC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EE0F8C-432B-CFFD-3C65-AE8EB0E68042}"/>
              </a:ext>
            </a:extLst>
          </p:cNvPr>
          <p:cNvSpPr txBox="1"/>
          <p:nvPr/>
        </p:nvSpPr>
        <p:spPr>
          <a:xfrm>
            <a:off x="746123" y="1664117"/>
            <a:ext cx="215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6402"/>
                </a:solidFill>
                <a:latin typeface="TT Fors Bold" panose="020B0604020202020204" charset="0"/>
              </a:rPr>
              <a:t>Auth &amp; Onboarding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3049E9-9140-9309-5BA9-D64A0BC91220}"/>
              </a:ext>
            </a:extLst>
          </p:cNvPr>
          <p:cNvSpPr txBox="1"/>
          <p:nvPr/>
        </p:nvSpPr>
        <p:spPr>
          <a:xfrm>
            <a:off x="746124" y="2101613"/>
            <a:ext cx="2852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T Fors Bold" panose="020B0604020202020204" charset="0"/>
              </a:rPr>
              <a:t>Sign-up, email verification, secure login &amp; password recovery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744CD43-9EE2-2495-324B-4CBBF750C309}"/>
              </a:ext>
            </a:extLst>
          </p:cNvPr>
          <p:cNvGrpSpPr/>
          <p:nvPr/>
        </p:nvGrpSpPr>
        <p:grpSpPr>
          <a:xfrm>
            <a:off x="8655801" y="1173758"/>
            <a:ext cx="1148080" cy="406400"/>
            <a:chOff x="8655801" y="1173758"/>
            <a:chExt cx="1148080" cy="4064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76CB14A-8CBE-F31F-0926-F39471AF39B8}"/>
                </a:ext>
              </a:extLst>
            </p:cNvPr>
            <p:cNvSpPr/>
            <p:nvPr/>
          </p:nvSpPr>
          <p:spPr>
            <a:xfrm>
              <a:off x="8655801" y="1173758"/>
              <a:ext cx="1148080" cy="406400"/>
            </a:xfrm>
            <a:prstGeom prst="roundRect">
              <a:avLst/>
            </a:prstGeom>
            <a:solidFill>
              <a:srgbClr val="FD96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D9623"/>
                  </a:solidFill>
                  <a:latin typeface="TT Fors Bold" panose="020B0604020202020204" charset="0"/>
                </a:rPr>
                <a:t>t</a:t>
              </a:r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FD6A06-6BC2-F07F-1946-2674C514E0E1}"/>
                </a:ext>
              </a:extLst>
            </p:cNvPr>
            <p:cNvSpPr txBox="1"/>
            <p:nvPr/>
          </p:nvSpPr>
          <p:spPr>
            <a:xfrm>
              <a:off x="8904721" y="1188572"/>
              <a:ext cx="65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T Fors Bold" panose="020B0604020202020204" charset="0"/>
                </a:rPr>
                <a:t>Both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DF9B26A-0004-52AB-450F-D4C1D1E187FF}"/>
              </a:ext>
            </a:extLst>
          </p:cNvPr>
          <p:cNvGrpSpPr/>
          <p:nvPr/>
        </p:nvGrpSpPr>
        <p:grpSpPr>
          <a:xfrm>
            <a:off x="807201" y="4252535"/>
            <a:ext cx="1148080" cy="406400"/>
            <a:chOff x="807201" y="4252535"/>
            <a:chExt cx="1148080" cy="406400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C48F7B7-2C4F-884B-7A51-9E7319B2427B}"/>
                </a:ext>
              </a:extLst>
            </p:cNvPr>
            <p:cNvSpPr/>
            <p:nvPr/>
          </p:nvSpPr>
          <p:spPr>
            <a:xfrm>
              <a:off x="807201" y="4252535"/>
              <a:ext cx="1148080" cy="406400"/>
            </a:xfrm>
            <a:prstGeom prst="roundRect">
              <a:avLst/>
            </a:prstGeom>
            <a:solidFill>
              <a:srgbClr val="FD96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D9623"/>
                  </a:solidFill>
                  <a:latin typeface="TT Fors Bold" panose="020B0604020202020204" charset="0"/>
                </a:rPr>
                <a:t>t</a:t>
              </a:r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165A626-7C1E-24B5-AD48-880A343DD951}"/>
                </a:ext>
              </a:extLst>
            </p:cNvPr>
            <p:cNvSpPr txBox="1"/>
            <p:nvPr/>
          </p:nvSpPr>
          <p:spPr>
            <a:xfrm>
              <a:off x="1086601" y="4268986"/>
              <a:ext cx="65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T Fors Bold" panose="020B0604020202020204" charset="0"/>
                </a:rPr>
                <a:t>Both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48F5B63-4725-07BD-22D5-3FF6836DA891}"/>
              </a:ext>
            </a:extLst>
          </p:cNvPr>
          <p:cNvGrpSpPr/>
          <p:nvPr/>
        </p:nvGrpSpPr>
        <p:grpSpPr>
          <a:xfrm>
            <a:off x="837681" y="1158240"/>
            <a:ext cx="1148080" cy="406400"/>
            <a:chOff x="837681" y="1158240"/>
            <a:chExt cx="1148080" cy="406400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B515EFC-5F21-1DC7-FF4A-77737CAD01BF}"/>
                </a:ext>
              </a:extLst>
            </p:cNvPr>
            <p:cNvSpPr/>
            <p:nvPr/>
          </p:nvSpPr>
          <p:spPr>
            <a:xfrm>
              <a:off x="837681" y="1158240"/>
              <a:ext cx="1148080" cy="406400"/>
            </a:xfrm>
            <a:prstGeom prst="roundRect">
              <a:avLst/>
            </a:prstGeom>
            <a:solidFill>
              <a:srgbClr val="FD96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D9623"/>
                  </a:solidFill>
                  <a:latin typeface="TT Fors Bold" panose="020B0604020202020204" charset="0"/>
                </a:rPr>
                <a:t>t</a:t>
              </a:r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757F0FC-6C3E-D5E3-92A5-EB0EC97BDA6D}"/>
                </a:ext>
              </a:extLst>
            </p:cNvPr>
            <p:cNvSpPr txBox="1"/>
            <p:nvPr/>
          </p:nvSpPr>
          <p:spPr>
            <a:xfrm>
              <a:off x="1086601" y="1168996"/>
              <a:ext cx="65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T Fors Bold" panose="020B0604020202020204" charset="0"/>
                </a:rPr>
                <a:t>Both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5ACB66E-378A-B7D0-D3F5-78CF16879612}"/>
              </a:ext>
            </a:extLst>
          </p:cNvPr>
          <p:cNvGrpSpPr/>
          <p:nvPr/>
        </p:nvGrpSpPr>
        <p:grpSpPr>
          <a:xfrm>
            <a:off x="4746741" y="4252535"/>
            <a:ext cx="1148080" cy="406400"/>
            <a:chOff x="4746741" y="4252535"/>
            <a:chExt cx="1148080" cy="40640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5C751DF-848E-109F-E56A-F21776394029}"/>
                </a:ext>
              </a:extLst>
            </p:cNvPr>
            <p:cNvSpPr/>
            <p:nvPr/>
          </p:nvSpPr>
          <p:spPr>
            <a:xfrm>
              <a:off x="4746741" y="4252535"/>
              <a:ext cx="1148080" cy="406400"/>
            </a:xfrm>
            <a:prstGeom prst="roundRect">
              <a:avLst/>
            </a:prstGeom>
            <a:solidFill>
              <a:srgbClr val="FD96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D9623"/>
                  </a:solidFill>
                  <a:latin typeface="TT Fors Bold" panose="020B0604020202020204" charset="0"/>
                </a:rPr>
                <a:t>t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DCC52EF-7130-0C94-9839-2FB23942823C}"/>
                </a:ext>
              </a:extLst>
            </p:cNvPr>
            <p:cNvSpPr txBox="1"/>
            <p:nvPr/>
          </p:nvSpPr>
          <p:spPr>
            <a:xfrm>
              <a:off x="4995661" y="4268398"/>
              <a:ext cx="65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T Fors Bold" panose="020B0604020202020204" charset="0"/>
                </a:rPr>
                <a:t>User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702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/>
      <p:bldP spid="27" grpId="0"/>
      <p:bldP spid="29" grpId="0"/>
      <p:bldP spid="30" grpId="0" animBg="1"/>
      <p:bldP spid="33" grpId="0"/>
      <p:bldP spid="34" grpId="0"/>
      <p:bldP spid="35" grpId="0" animBg="1"/>
      <p:bldP spid="38" grpId="0"/>
      <p:bldP spid="39" grpId="0"/>
      <p:bldP spid="42" grpId="0" animBg="1"/>
      <p:bldP spid="45" grpId="0"/>
      <p:bldP spid="46" grpId="0"/>
      <p:bldP spid="48" grpId="0" animBg="1"/>
      <p:bldP spid="51" grpId="0"/>
      <p:bldP spid="52" grpId="0"/>
      <p:bldP spid="54" grpId="0" animBg="1"/>
      <p:bldP spid="57" grpId="0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F72939-6C23-C615-A813-1D6764DA19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614" y="0"/>
            <a:ext cx="8002385" cy="6858000"/>
          </a:xfrm>
          <a:prstGeom prst="rect">
            <a:avLst/>
          </a:prstGeom>
        </p:spPr>
      </p:pic>
      <p:sp>
        <p:nvSpPr>
          <p:cNvPr id="5" name="Half Frame 4">
            <a:extLst>
              <a:ext uri="{FF2B5EF4-FFF2-40B4-BE49-F238E27FC236}">
                <a16:creationId xmlns:a16="http://schemas.microsoft.com/office/drawing/2014/main" id="{1366057A-7570-88DE-40DE-C3D4C1B7E148}"/>
              </a:ext>
            </a:extLst>
          </p:cNvPr>
          <p:cNvSpPr/>
          <p:nvPr/>
        </p:nvSpPr>
        <p:spPr>
          <a:xfrm rot="16200000">
            <a:off x="0" y="5257800"/>
            <a:ext cx="1600200" cy="1600200"/>
          </a:xfrm>
          <a:prstGeom prst="halfFrame">
            <a:avLst/>
          </a:prstGeom>
          <a:solidFill>
            <a:srgbClr val="FD96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E01DCB-6491-BD2C-CA85-EB137A483A3D}"/>
              </a:ext>
            </a:extLst>
          </p:cNvPr>
          <p:cNvGrpSpPr/>
          <p:nvPr/>
        </p:nvGrpSpPr>
        <p:grpSpPr>
          <a:xfrm>
            <a:off x="-1656651" y="-1601449"/>
            <a:ext cx="3019245" cy="2878441"/>
            <a:chOff x="9941901" y="-1273162"/>
            <a:chExt cx="3019245" cy="2878441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710C679E-C170-ECD4-1628-D1D2C64692E7}"/>
                </a:ext>
              </a:extLst>
            </p:cNvPr>
            <p:cNvSpPr/>
            <p:nvPr/>
          </p:nvSpPr>
          <p:spPr>
            <a:xfrm>
              <a:off x="9941901" y="-1273162"/>
              <a:ext cx="3019245" cy="2878441"/>
            </a:xfrm>
            <a:prstGeom prst="flowChartConnector">
              <a:avLst/>
            </a:prstGeom>
            <a:solidFill>
              <a:srgbClr val="FD9623"/>
            </a:solidFill>
            <a:ln>
              <a:solidFill>
                <a:srgbClr val="FD9623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6FAB6BB9-F6EB-D5AA-C23A-02C409CC5AD7}"/>
                </a:ext>
              </a:extLst>
            </p:cNvPr>
            <p:cNvSpPr/>
            <p:nvPr/>
          </p:nvSpPr>
          <p:spPr>
            <a:xfrm>
              <a:off x="10294385" y="-891366"/>
              <a:ext cx="2287200" cy="21312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5A23B13-B404-10CD-4B73-EBF475946D8A}"/>
              </a:ext>
            </a:extLst>
          </p:cNvPr>
          <p:cNvSpPr txBox="1"/>
          <p:nvPr/>
        </p:nvSpPr>
        <p:spPr>
          <a:xfrm>
            <a:off x="1362594" y="661100"/>
            <a:ext cx="3898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Use case diagram:</a:t>
            </a:r>
            <a:endParaRPr lang="ar-DZ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EA779AD3-1F0E-A080-2C3A-B9271BCB6FD0}"/>
              </a:ext>
            </a:extLst>
          </p:cNvPr>
          <p:cNvSpPr/>
          <p:nvPr/>
        </p:nvSpPr>
        <p:spPr>
          <a:xfrm rot="5400000">
            <a:off x="10591799" y="-637"/>
            <a:ext cx="1600200" cy="1600200"/>
          </a:xfrm>
          <a:prstGeom prst="halfFrame">
            <a:avLst/>
          </a:prstGeom>
          <a:solidFill>
            <a:srgbClr val="FD96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853AC7C5-DFBD-C1C3-33EF-DAC8BEEC1820}"/>
              </a:ext>
            </a:extLst>
          </p:cNvPr>
          <p:cNvSpPr/>
          <p:nvPr/>
        </p:nvSpPr>
        <p:spPr>
          <a:xfrm rot="16777444">
            <a:off x="-1221418" y="680707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4E7E3FD5-6CD3-E60D-F1CD-15F1C6F718AF}"/>
              </a:ext>
            </a:extLst>
          </p:cNvPr>
          <p:cNvSpPr/>
          <p:nvPr/>
        </p:nvSpPr>
        <p:spPr>
          <a:xfrm rot="7029720">
            <a:off x="8587970" y="4378913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6382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BD9F3-304D-2DA9-9EDD-884E5AF07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692" y="8222"/>
            <a:ext cx="6977380" cy="6865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DE01DCB-6491-BD2C-CA85-EB137A483A3D}"/>
              </a:ext>
            </a:extLst>
          </p:cNvPr>
          <p:cNvGrpSpPr/>
          <p:nvPr/>
        </p:nvGrpSpPr>
        <p:grpSpPr>
          <a:xfrm>
            <a:off x="9882277" y="-1439221"/>
            <a:ext cx="3019245" cy="2878441"/>
            <a:chOff x="9941901" y="-1273162"/>
            <a:chExt cx="3019245" cy="2878441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710C679E-C170-ECD4-1628-D1D2C64692E7}"/>
                </a:ext>
              </a:extLst>
            </p:cNvPr>
            <p:cNvSpPr/>
            <p:nvPr/>
          </p:nvSpPr>
          <p:spPr>
            <a:xfrm>
              <a:off x="9941901" y="-1273162"/>
              <a:ext cx="3019245" cy="2878441"/>
            </a:xfrm>
            <a:prstGeom prst="flowChartConnector">
              <a:avLst/>
            </a:prstGeom>
            <a:solidFill>
              <a:srgbClr val="FD9623"/>
            </a:solidFill>
            <a:ln>
              <a:solidFill>
                <a:srgbClr val="FD9623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6FAB6BB9-F6EB-D5AA-C23A-02C409CC5AD7}"/>
                </a:ext>
              </a:extLst>
            </p:cNvPr>
            <p:cNvSpPr/>
            <p:nvPr/>
          </p:nvSpPr>
          <p:spPr>
            <a:xfrm>
              <a:off x="10294385" y="-891366"/>
              <a:ext cx="2287200" cy="21312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Half Frame 4">
            <a:extLst>
              <a:ext uri="{FF2B5EF4-FFF2-40B4-BE49-F238E27FC236}">
                <a16:creationId xmlns:a16="http://schemas.microsoft.com/office/drawing/2014/main" id="{1366057A-7570-88DE-40DE-C3D4C1B7E148}"/>
              </a:ext>
            </a:extLst>
          </p:cNvPr>
          <p:cNvSpPr/>
          <p:nvPr/>
        </p:nvSpPr>
        <p:spPr>
          <a:xfrm>
            <a:off x="0" y="-7018"/>
            <a:ext cx="1600200" cy="1600200"/>
          </a:xfrm>
          <a:prstGeom prst="halfFrame">
            <a:avLst/>
          </a:prstGeom>
          <a:solidFill>
            <a:srgbClr val="FD96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23B13-B404-10CD-4B73-EBF475946D8A}"/>
              </a:ext>
            </a:extLst>
          </p:cNvPr>
          <p:cNvSpPr txBox="1"/>
          <p:nvPr/>
        </p:nvSpPr>
        <p:spPr>
          <a:xfrm>
            <a:off x="1109047" y="500694"/>
            <a:ext cx="3192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class diagram:</a:t>
            </a:r>
            <a:endParaRPr lang="ar-DZ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EA779AD3-1F0E-A080-2C3A-B9271BCB6FD0}"/>
              </a:ext>
            </a:extLst>
          </p:cNvPr>
          <p:cNvSpPr/>
          <p:nvPr/>
        </p:nvSpPr>
        <p:spPr>
          <a:xfrm rot="10800000">
            <a:off x="10591800" y="5257800"/>
            <a:ext cx="1600200" cy="1600200"/>
          </a:xfrm>
          <a:prstGeom prst="halfFrame">
            <a:avLst/>
          </a:prstGeom>
          <a:solidFill>
            <a:srgbClr val="FD96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25731649-8591-9102-B517-1FE4B0145726}"/>
              </a:ext>
            </a:extLst>
          </p:cNvPr>
          <p:cNvSpPr/>
          <p:nvPr/>
        </p:nvSpPr>
        <p:spPr>
          <a:xfrm rot="15801934">
            <a:off x="-998173" y="746463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4E6E4DD-BCF1-531B-4D25-D71EDE39876C}"/>
              </a:ext>
            </a:extLst>
          </p:cNvPr>
          <p:cNvSpPr/>
          <p:nvPr/>
        </p:nvSpPr>
        <p:spPr>
          <a:xfrm rot="5744418">
            <a:off x="-2381329" y="3764248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932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8A705EA4-3F0D-6B1B-2664-61E633E8CB02}"/>
              </a:ext>
            </a:extLst>
          </p:cNvPr>
          <p:cNvGrpSpPr/>
          <p:nvPr/>
        </p:nvGrpSpPr>
        <p:grpSpPr>
          <a:xfrm>
            <a:off x="6449806" y="3355443"/>
            <a:ext cx="2286000" cy="2743200"/>
            <a:chOff x="6449806" y="3355443"/>
            <a:chExt cx="2286000" cy="2743200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665A8F44-B9C0-CED9-E107-78302B33A873}"/>
                </a:ext>
              </a:extLst>
            </p:cNvPr>
            <p:cNvGrpSpPr/>
            <p:nvPr/>
          </p:nvGrpSpPr>
          <p:grpSpPr>
            <a:xfrm>
              <a:off x="6449806" y="3355443"/>
              <a:ext cx="2286000" cy="2743200"/>
              <a:chOff x="0" y="0"/>
              <a:chExt cx="2387199" cy="2263009"/>
            </a:xfrm>
          </p:grpSpPr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B8BE69B3-8ECF-D257-670B-39701467C9B7}"/>
                  </a:ext>
                </a:extLst>
              </p:cNvPr>
              <p:cNvSpPr/>
              <p:nvPr/>
            </p:nvSpPr>
            <p:spPr>
              <a:xfrm>
                <a:off x="0" y="0"/>
                <a:ext cx="2387199" cy="2263009"/>
              </a:xfrm>
              <a:custGeom>
                <a:avLst/>
                <a:gdLst/>
                <a:ahLst/>
                <a:cxnLst/>
                <a:rect l="l" t="t" r="r" b="b"/>
                <a:pathLst>
                  <a:path w="2387199" h="2263009">
                    <a:moveTo>
                      <a:pt x="0" y="0"/>
                    </a:moveTo>
                    <a:lnTo>
                      <a:pt x="2387199" y="0"/>
                    </a:lnTo>
                    <a:lnTo>
                      <a:pt x="2387199" y="2263009"/>
                    </a:lnTo>
                    <a:lnTo>
                      <a:pt x="0" y="2263009"/>
                    </a:lnTo>
                    <a:close/>
                  </a:path>
                </a:pathLst>
              </a:custGeom>
              <a:solidFill>
                <a:srgbClr val="E5FFE5"/>
              </a:solidFill>
            </p:spPr>
          </p:sp>
        </p:grp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E97F0F74-4751-BADB-7C60-05B18D84B587}"/>
                </a:ext>
              </a:extLst>
            </p:cNvPr>
            <p:cNvSpPr txBox="1"/>
            <p:nvPr/>
          </p:nvSpPr>
          <p:spPr>
            <a:xfrm>
              <a:off x="6593502" y="3457043"/>
              <a:ext cx="1998608" cy="346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373737"/>
                  </a:solidFill>
                  <a:latin typeface="TT Fors Bold"/>
                </a:rPr>
                <a:t>Design</a:t>
              </a:r>
            </a:p>
          </p:txBody>
        </p:sp>
        <p:pic>
          <p:nvPicPr>
            <p:cNvPr id="15" name="Image 63">
              <a:extLst>
                <a:ext uri="{FF2B5EF4-FFF2-40B4-BE49-F238E27FC236}">
                  <a16:creationId xmlns:a16="http://schemas.microsoft.com/office/drawing/2014/main" id="{BD211414-D2E0-65F7-D5AA-CFA3E0A3B2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3493" y="4500090"/>
              <a:ext cx="514350" cy="7620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E21760C7-7A97-9EB3-2BEE-118396153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5FEF6A6-AB73-E7E5-23E6-77751E12DAD9}"/>
              </a:ext>
            </a:extLst>
          </p:cNvPr>
          <p:cNvGrpSpPr/>
          <p:nvPr/>
        </p:nvGrpSpPr>
        <p:grpSpPr>
          <a:xfrm>
            <a:off x="552052" y="3427312"/>
            <a:ext cx="2286000" cy="2743200"/>
            <a:chOff x="552052" y="3427312"/>
            <a:chExt cx="2286000" cy="2743200"/>
          </a:xfrm>
        </p:grpSpPr>
        <p:grpSp>
          <p:nvGrpSpPr>
            <p:cNvPr id="9" name="Group 23">
              <a:extLst>
                <a:ext uri="{FF2B5EF4-FFF2-40B4-BE49-F238E27FC236}">
                  <a16:creationId xmlns:a16="http://schemas.microsoft.com/office/drawing/2014/main" id="{4AD545A8-E444-5483-D0E5-43F1ECD09FEF}"/>
                </a:ext>
              </a:extLst>
            </p:cNvPr>
            <p:cNvGrpSpPr/>
            <p:nvPr/>
          </p:nvGrpSpPr>
          <p:grpSpPr>
            <a:xfrm>
              <a:off x="552052" y="3427312"/>
              <a:ext cx="2286000" cy="2743200"/>
              <a:chOff x="0" y="0"/>
              <a:chExt cx="2387199" cy="2263009"/>
            </a:xfrm>
          </p:grpSpPr>
          <p:sp>
            <p:nvSpPr>
              <p:cNvPr id="10" name="Freeform 24">
                <a:extLst>
                  <a:ext uri="{FF2B5EF4-FFF2-40B4-BE49-F238E27FC236}">
                    <a16:creationId xmlns:a16="http://schemas.microsoft.com/office/drawing/2014/main" id="{E6A7EFC4-9742-09F8-18DE-357A043C4CA7}"/>
                  </a:ext>
                </a:extLst>
              </p:cNvPr>
              <p:cNvSpPr/>
              <p:nvPr/>
            </p:nvSpPr>
            <p:spPr>
              <a:xfrm>
                <a:off x="0" y="0"/>
                <a:ext cx="2387199" cy="2263009"/>
              </a:xfrm>
              <a:custGeom>
                <a:avLst/>
                <a:gdLst/>
                <a:ahLst/>
                <a:cxnLst/>
                <a:rect l="l" t="t" r="r" b="b"/>
                <a:pathLst>
                  <a:path w="2387199" h="2263009">
                    <a:moveTo>
                      <a:pt x="0" y="0"/>
                    </a:moveTo>
                    <a:lnTo>
                      <a:pt x="2387199" y="0"/>
                    </a:lnTo>
                    <a:lnTo>
                      <a:pt x="2387199" y="2263009"/>
                    </a:lnTo>
                    <a:lnTo>
                      <a:pt x="0" y="2263009"/>
                    </a:lnTo>
                    <a:close/>
                  </a:path>
                </a:pathLst>
              </a:custGeom>
              <a:solidFill>
                <a:srgbClr val="C8DAEA"/>
              </a:solidFill>
            </p:spPr>
          </p:sp>
        </p:grp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B1380E24-9626-CE2E-88BE-433010C176F9}"/>
                </a:ext>
              </a:extLst>
            </p:cNvPr>
            <p:cNvSpPr txBox="1"/>
            <p:nvPr/>
          </p:nvSpPr>
          <p:spPr>
            <a:xfrm>
              <a:off x="708260" y="3527154"/>
              <a:ext cx="1998608" cy="346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373737"/>
                  </a:solidFill>
                  <a:latin typeface="TT Fors Bold"/>
                </a:rPr>
                <a:t>Back-End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BE781C1-36DB-51B0-89E0-48982C6A6C33}"/>
                </a:ext>
              </a:extLst>
            </p:cNvPr>
            <p:cNvGrpSpPr/>
            <p:nvPr/>
          </p:nvGrpSpPr>
          <p:grpSpPr>
            <a:xfrm>
              <a:off x="1072418" y="4084388"/>
              <a:ext cx="960918" cy="613729"/>
              <a:chOff x="0" y="0"/>
              <a:chExt cx="1229360" cy="753745"/>
            </a:xfrm>
          </p:grpSpPr>
          <p:sp>
            <p:nvSpPr>
              <p:cNvPr id="19" name="Graphic 67">
                <a:extLst>
                  <a:ext uri="{FF2B5EF4-FFF2-40B4-BE49-F238E27FC236}">
                    <a16:creationId xmlns:a16="http://schemas.microsoft.com/office/drawing/2014/main" id="{881A81B9-9F99-ABFE-BFA9-57A7DCA635F9}"/>
                  </a:ext>
                </a:extLst>
              </p:cNvPr>
              <p:cNvSpPr/>
              <p:nvPr/>
            </p:nvSpPr>
            <p:spPr>
              <a:xfrm>
                <a:off x="472440" y="449580"/>
                <a:ext cx="269240" cy="304165"/>
              </a:xfrm>
              <a:custGeom>
                <a:avLst/>
                <a:gdLst/>
                <a:ahLst/>
                <a:cxnLst/>
                <a:rect l="l" t="t" r="r" b="b"/>
                <a:pathLst>
                  <a:path w="269240" h="304165">
                    <a:moveTo>
                      <a:pt x="134414" y="303775"/>
                    </a:moveTo>
                    <a:lnTo>
                      <a:pt x="130357" y="303775"/>
                    </a:lnTo>
                    <a:lnTo>
                      <a:pt x="126328" y="302711"/>
                    </a:lnTo>
                    <a:lnTo>
                      <a:pt x="122771" y="300664"/>
                    </a:lnTo>
                    <a:lnTo>
                      <a:pt x="85712" y="278735"/>
                    </a:lnTo>
                    <a:lnTo>
                      <a:pt x="80177" y="275642"/>
                    </a:lnTo>
                    <a:lnTo>
                      <a:pt x="82878" y="274547"/>
                    </a:lnTo>
                    <a:lnTo>
                      <a:pt x="92084" y="271334"/>
                    </a:lnTo>
                    <a:lnTo>
                      <a:pt x="93582" y="270751"/>
                    </a:lnTo>
                    <a:lnTo>
                      <a:pt x="102287" y="265807"/>
                    </a:lnTo>
                    <a:lnTo>
                      <a:pt x="103371" y="265974"/>
                    </a:lnTo>
                    <a:lnTo>
                      <a:pt x="132688" y="283360"/>
                    </a:lnTo>
                    <a:lnTo>
                      <a:pt x="133716" y="283915"/>
                    </a:lnTo>
                    <a:lnTo>
                      <a:pt x="135175" y="283915"/>
                    </a:lnTo>
                    <a:lnTo>
                      <a:pt x="248163" y="218734"/>
                    </a:lnTo>
                    <a:lnTo>
                      <a:pt x="248830" y="217539"/>
                    </a:lnTo>
                    <a:lnTo>
                      <a:pt x="248830" y="87010"/>
                    </a:lnTo>
                    <a:lnTo>
                      <a:pt x="248163" y="85871"/>
                    </a:lnTo>
                    <a:lnTo>
                      <a:pt x="247113" y="85232"/>
                    </a:lnTo>
                    <a:lnTo>
                      <a:pt x="135122" y="20634"/>
                    </a:lnTo>
                    <a:lnTo>
                      <a:pt x="133761" y="20634"/>
                    </a:lnTo>
                    <a:lnTo>
                      <a:pt x="20717" y="85843"/>
                    </a:lnTo>
                    <a:lnTo>
                      <a:pt x="20034" y="87038"/>
                    </a:lnTo>
                    <a:lnTo>
                      <a:pt x="20034" y="217512"/>
                    </a:lnTo>
                    <a:lnTo>
                      <a:pt x="63273" y="239910"/>
                    </a:lnTo>
                    <a:lnTo>
                      <a:pt x="78746" y="97397"/>
                    </a:lnTo>
                    <a:lnTo>
                      <a:pt x="80163" y="96008"/>
                    </a:lnTo>
                    <a:lnTo>
                      <a:pt x="97780" y="96008"/>
                    </a:lnTo>
                    <a:lnTo>
                      <a:pt x="99225" y="97397"/>
                    </a:lnTo>
                    <a:lnTo>
                      <a:pt x="99225" y="225621"/>
                    </a:lnTo>
                    <a:lnTo>
                      <a:pt x="97023" y="240312"/>
                    </a:lnTo>
                    <a:lnTo>
                      <a:pt x="90615" y="251185"/>
                    </a:lnTo>
                    <a:lnTo>
                      <a:pt x="80293" y="257935"/>
                    </a:lnTo>
                    <a:lnTo>
                      <a:pt x="66354" y="260253"/>
                    </a:lnTo>
                    <a:lnTo>
                      <a:pt x="61632" y="260145"/>
                    </a:lnTo>
                    <a:lnTo>
                      <a:pt x="4445" y="232370"/>
                    </a:lnTo>
                    <a:lnTo>
                      <a:pt x="0" y="224594"/>
                    </a:lnTo>
                    <a:lnTo>
                      <a:pt x="0" y="79928"/>
                    </a:lnTo>
                    <a:lnTo>
                      <a:pt x="4445" y="72152"/>
                    </a:lnTo>
                    <a:lnTo>
                      <a:pt x="11642" y="68041"/>
                    </a:lnTo>
                    <a:lnTo>
                      <a:pt x="122760" y="3971"/>
                    </a:lnTo>
                    <a:lnTo>
                      <a:pt x="129790" y="0"/>
                    </a:lnTo>
                    <a:lnTo>
                      <a:pt x="139126" y="0"/>
                    </a:lnTo>
                    <a:lnTo>
                      <a:pt x="146101" y="3971"/>
                    </a:lnTo>
                    <a:lnTo>
                      <a:pt x="264248" y="72207"/>
                    </a:lnTo>
                    <a:lnTo>
                      <a:pt x="268722" y="79956"/>
                    </a:lnTo>
                    <a:lnTo>
                      <a:pt x="268722" y="224621"/>
                    </a:lnTo>
                    <a:lnTo>
                      <a:pt x="264249" y="232370"/>
                    </a:lnTo>
                    <a:lnTo>
                      <a:pt x="142544" y="302661"/>
                    </a:lnTo>
                    <a:lnTo>
                      <a:pt x="138515" y="303717"/>
                    </a:lnTo>
                    <a:lnTo>
                      <a:pt x="134402" y="303717"/>
                    </a:lnTo>
                    <a:close/>
                  </a:path>
                </a:pathLst>
              </a:custGeom>
              <a:solidFill>
                <a:srgbClr val="679E62"/>
              </a:solidFill>
            </p:spPr>
            <p:txBody>
              <a:bodyPr wrap="square" lIns="0" tIns="0" rIns="0" bIns="0" rtlCol="0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pic>
            <p:nvPicPr>
              <p:cNvPr id="20" name="Image 68">
                <a:extLst>
                  <a:ext uri="{FF2B5EF4-FFF2-40B4-BE49-F238E27FC236}">
                    <a16:creationId xmlns:a16="http://schemas.microsoft.com/office/drawing/2014/main" id="{7C1CA582-D693-DA38-27CE-366E73AE105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82930" y="510540"/>
                <a:ext cx="218440" cy="154940"/>
              </a:xfrm>
              <a:prstGeom prst="rect">
                <a:avLst/>
              </a:prstGeom>
            </p:spPr>
          </p:pic>
          <p:sp>
            <p:nvSpPr>
              <p:cNvPr id="21" name="Graphic 69">
                <a:extLst>
                  <a:ext uri="{FF2B5EF4-FFF2-40B4-BE49-F238E27FC236}">
                    <a16:creationId xmlns:a16="http://schemas.microsoft.com/office/drawing/2014/main" id="{E7A4DD67-3D56-7E7F-796B-33AFAF1BB899}"/>
                  </a:ext>
                </a:extLst>
              </p:cNvPr>
              <p:cNvSpPr/>
              <p:nvPr/>
            </p:nvSpPr>
            <p:spPr>
              <a:xfrm>
                <a:off x="0" y="0"/>
                <a:ext cx="1229360" cy="474345"/>
              </a:xfrm>
              <a:custGeom>
                <a:avLst/>
                <a:gdLst/>
                <a:ahLst/>
                <a:cxnLst/>
                <a:rect l="l" t="t" r="r" b="b"/>
                <a:pathLst>
                  <a:path w="1229360" h="474345">
                    <a:moveTo>
                      <a:pt x="8782" y="441517"/>
                    </a:moveTo>
                    <a:lnTo>
                      <a:pt x="5833" y="441517"/>
                    </a:lnTo>
                    <a:lnTo>
                      <a:pt x="3705" y="440212"/>
                    </a:lnTo>
                    <a:lnTo>
                      <a:pt x="1533" y="438962"/>
                    </a:lnTo>
                    <a:lnTo>
                      <a:pt x="250" y="436601"/>
                    </a:lnTo>
                    <a:lnTo>
                      <a:pt x="62" y="297621"/>
                    </a:lnTo>
                    <a:lnTo>
                      <a:pt x="0" y="246695"/>
                    </a:lnTo>
                    <a:lnTo>
                      <a:pt x="2749" y="242001"/>
                    </a:lnTo>
                    <a:lnTo>
                      <a:pt x="126817" y="170613"/>
                    </a:lnTo>
                    <a:lnTo>
                      <a:pt x="129043" y="170002"/>
                    </a:lnTo>
                    <a:lnTo>
                      <a:pt x="134772" y="170002"/>
                    </a:lnTo>
                    <a:lnTo>
                      <a:pt x="136998" y="170613"/>
                    </a:lnTo>
                    <a:lnTo>
                      <a:pt x="138985" y="171779"/>
                    </a:lnTo>
                    <a:lnTo>
                      <a:pt x="261089" y="242001"/>
                    </a:lnTo>
                    <a:lnTo>
                      <a:pt x="263785" y="246695"/>
                    </a:lnTo>
                    <a:lnTo>
                      <a:pt x="263761" y="271351"/>
                    </a:lnTo>
                    <a:lnTo>
                      <a:pt x="129443" y="271351"/>
                    </a:lnTo>
                    <a:lnTo>
                      <a:pt x="127036" y="271979"/>
                    </a:lnTo>
                    <a:lnTo>
                      <a:pt x="90626" y="292927"/>
                    </a:lnTo>
                    <a:lnTo>
                      <a:pt x="87921" y="297621"/>
                    </a:lnTo>
                    <a:lnTo>
                      <a:pt x="87916" y="392916"/>
                    </a:lnTo>
                    <a:lnTo>
                      <a:pt x="85221" y="397579"/>
                    </a:lnTo>
                    <a:lnTo>
                      <a:pt x="80826" y="400192"/>
                    </a:lnTo>
                    <a:lnTo>
                      <a:pt x="10909" y="440212"/>
                    </a:lnTo>
                    <a:lnTo>
                      <a:pt x="8782" y="441517"/>
                    </a:lnTo>
                    <a:close/>
                  </a:path>
                  <a:path w="1229360" h="474345">
                    <a:moveTo>
                      <a:pt x="257847" y="441517"/>
                    </a:moveTo>
                    <a:lnTo>
                      <a:pt x="255115" y="441517"/>
                    </a:lnTo>
                    <a:lnTo>
                      <a:pt x="252920" y="440212"/>
                    </a:lnTo>
                    <a:lnTo>
                      <a:pt x="182998" y="400192"/>
                    </a:lnTo>
                    <a:lnTo>
                      <a:pt x="178601" y="397579"/>
                    </a:lnTo>
                    <a:lnTo>
                      <a:pt x="175871" y="392916"/>
                    </a:lnTo>
                    <a:lnTo>
                      <a:pt x="175871" y="297621"/>
                    </a:lnTo>
                    <a:lnTo>
                      <a:pt x="173165" y="292927"/>
                    </a:lnTo>
                    <a:lnTo>
                      <a:pt x="138985" y="273259"/>
                    </a:lnTo>
                    <a:lnTo>
                      <a:pt x="136834" y="271979"/>
                    </a:lnTo>
                    <a:lnTo>
                      <a:pt x="134350" y="271351"/>
                    </a:lnTo>
                    <a:lnTo>
                      <a:pt x="263761" y="271351"/>
                    </a:lnTo>
                    <a:lnTo>
                      <a:pt x="263728" y="297621"/>
                    </a:lnTo>
                    <a:lnTo>
                      <a:pt x="263602" y="400192"/>
                    </a:lnTo>
                    <a:lnTo>
                      <a:pt x="263557" y="436601"/>
                    </a:lnTo>
                    <a:lnTo>
                      <a:pt x="262190" y="438962"/>
                    </a:lnTo>
                    <a:lnTo>
                      <a:pt x="260033" y="440212"/>
                    </a:lnTo>
                    <a:lnTo>
                      <a:pt x="257847" y="441517"/>
                    </a:lnTo>
                    <a:close/>
                  </a:path>
                  <a:path w="1229360" h="474345">
                    <a:moveTo>
                      <a:pt x="907410" y="193153"/>
                    </a:moveTo>
                    <a:lnTo>
                      <a:pt x="815479" y="193153"/>
                    </a:lnTo>
                    <a:lnTo>
                      <a:pt x="818546" y="191375"/>
                    </a:lnTo>
                    <a:lnTo>
                      <a:pt x="819491" y="189737"/>
                    </a:lnTo>
                    <a:lnTo>
                      <a:pt x="819491" y="4912"/>
                    </a:lnTo>
                    <a:lnTo>
                      <a:pt x="820830" y="2580"/>
                    </a:lnTo>
                    <a:lnTo>
                      <a:pt x="825233" y="0"/>
                    </a:lnTo>
                    <a:lnTo>
                      <a:pt x="827860" y="0"/>
                    </a:lnTo>
                    <a:lnTo>
                      <a:pt x="904604" y="42819"/>
                    </a:lnTo>
                    <a:lnTo>
                      <a:pt x="907410" y="47559"/>
                    </a:lnTo>
                    <a:lnTo>
                      <a:pt x="907410" y="193153"/>
                    </a:lnTo>
                    <a:close/>
                  </a:path>
                  <a:path w="1229360" h="474345">
                    <a:moveTo>
                      <a:pt x="778156" y="474130"/>
                    </a:moveTo>
                    <a:lnTo>
                      <a:pt x="772743" y="474130"/>
                    </a:lnTo>
                    <a:lnTo>
                      <a:pt x="646201" y="401061"/>
                    </a:lnTo>
                    <a:lnTo>
                      <a:pt x="643503" y="396395"/>
                    </a:lnTo>
                    <a:lnTo>
                      <a:pt x="643503" y="250425"/>
                    </a:lnTo>
                    <a:lnTo>
                      <a:pt x="646218" y="245731"/>
                    </a:lnTo>
                    <a:lnTo>
                      <a:pt x="772754" y="172754"/>
                    </a:lnTo>
                    <a:lnTo>
                      <a:pt x="778161" y="172754"/>
                    </a:lnTo>
                    <a:lnTo>
                      <a:pt x="813575" y="193153"/>
                    </a:lnTo>
                    <a:lnTo>
                      <a:pt x="907410" y="193153"/>
                    </a:lnTo>
                    <a:lnTo>
                      <a:pt x="907410" y="273023"/>
                    </a:lnTo>
                    <a:lnTo>
                      <a:pt x="774452" y="273023"/>
                    </a:lnTo>
                    <a:lnTo>
                      <a:pt x="731855" y="297629"/>
                    </a:lnTo>
                    <a:lnTo>
                      <a:pt x="731188" y="298801"/>
                    </a:lnTo>
                    <a:lnTo>
                      <a:pt x="731188" y="347986"/>
                    </a:lnTo>
                    <a:lnTo>
                      <a:pt x="731855" y="349160"/>
                    </a:lnTo>
                    <a:lnTo>
                      <a:pt x="774491" y="373711"/>
                    </a:lnTo>
                    <a:lnTo>
                      <a:pt x="907410" y="373711"/>
                    </a:lnTo>
                    <a:lnTo>
                      <a:pt x="907410" y="396395"/>
                    </a:lnTo>
                    <a:lnTo>
                      <a:pt x="904687" y="401061"/>
                    </a:lnTo>
                    <a:lnTo>
                      <a:pt x="778156" y="474130"/>
                    </a:lnTo>
                    <a:close/>
                  </a:path>
                  <a:path w="1229360" h="474345">
                    <a:moveTo>
                      <a:pt x="907410" y="373711"/>
                    </a:moveTo>
                    <a:lnTo>
                      <a:pt x="775847" y="373711"/>
                    </a:lnTo>
                    <a:lnTo>
                      <a:pt x="818473" y="349160"/>
                    </a:lnTo>
                    <a:lnTo>
                      <a:pt x="819146" y="347986"/>
                    </a:lnTo>
                    <a:lnTo>
                      <a:pt x="819132" y="298801"/>
                    </a:lnTo>
                    <a:lnTo>
                      <a:pt x="818466" y="297629"/>
                    </a:lnTo>
                    <a:lnTo>
                      <a:pt x="775813" y="273023"/>
                    </a:lnTo>
                    <a:lnTo>
                      <a:pt x="907410" y="273023"/>
                    </a:lnTo>
                    <a:lnTo>
                      <a:pt x="907410" y="373711"/>
                    </a:lnTo>
                    <a:close/>
                  </a:path>
                  <a:path w="1229360" h="474345">
                    <a:moveTo>
                      <a:pt x="1099809" y="470942"/>
                    </a:moveTo>
                    <a:lnTo>
                      <a:pt x="1094479" y="470942"/>
                    </a:lnTo>
                    <a:lnTo>
                      <a:pt x="968801" y="399317"/>
                    </a:lnTo>
                    <a:lnTo>
                      <a:pt x="966051" y="394596"/>
                    </a:lnTo>
                    <a:lnTo>
                      <a:pt x="966065" y="248572"/>
                    </a:lnTo>
                    <a:lnTo>
                      <a:pt x="968804" y="243898"/>
                    </a:lnTo>
                    <a:lnTo>
                      <a:pt x="1095285" y="170918"/>
                    </a:lnTo>
                    <a:lnTo>
                      <a:pt x="1100704" y="170918"/>
                    </a:lnTo>
                    <a:lnTo>
                      <a:pt x="1226484" y="243898"/>
                    </a:lnTo>
                    <a:lnTo>
                      <a:pt x="1229180" y="248572"/>
                    </a:lnTo>
                    <a:lnTo>
                      <a:pt x="1229180" y="271548"/>
                    </a:lnTo>
                    <a:lnTo>
                      <a:pt x="1095507" y="271548"/>
                    </a:lnTo>
                    <a:lnTo>
                      <a:pt x="1054274" y="295321"/>
                    </a:lnTo>
                    <a:lnTo>
                      <a:pt x="1052911" y="297682"/>
                    </a:lnTo>
                    <a:lnTo>
                      <a:pt x="1052911" y="345356"/>
                    </a:lnTo>
                    <a:lnTo>
                      <a:pt x="1054272" y="347716"/>
                    </a:lnTo>
                    <a:lnTo>
                      <a:pt x="1056495" y="348966"/>
                    </a:lnTo>
                    <a:lnTo>
                      <a:pt x="1174921" y="416897"/>
                    </a:lnTo>
                    <a:lnTo>
                      <a:pt x="1177144" y="418147"/>
                    </a:lnTo>
                    <a:lnTo>
                      <a:pt x="1178506" y="420535"/>
                    </a:lnTo>
                    <a:lnTo>
                      <a:pt x="1178506" y="425645"/>
                    </a:lnTo>
                    <a:lnTo>
                      <a:pt x="1177088" y="428006"/>
                    </a:lnTo>
                    <a:lnTo>
                      <a:pt x="1099809" y="470942"/>
                    </a:lnTo>
                    <a:close/>
                  </a:path>
                  <a:path w="1229360" h="474345">
                    <a:moveTo>
                      <a:pt x="1149302" y="341118"/>
                    </a:moveTo>
                    <a:lnTo>
                      <a:pt x="1146579" y="341118"/>
                    </a:lnTo>
                    <a:lnTo>
                      <a:pt x="1142189" y="338590"/>
                    </a:lnTo>
                    <a:lnTo>
                      <a:pt x="1140827" y="336230"/>
                    </a:lnTo>
                    <a:lnTo>
                      <a:pt x="1140827" y="297682"/>
                    </a:lnTo>
                    <a:lnTo>
                      <a:pt x="1139466" y="295321"/>
                    </a:lnTo>
                    <a:lnTo>
                      <a:pt x="1098203" y="271548"/>
                    </a:lnTo>
                    <a:lnTo>
                      <a:pt x="1229180" y="271548"/>
                    </a:lnTo>
                    <a:lnTo>
                      <a:pt x="1229180" y="291619"/>
                    </a:lnTo>
                    <a:lnTo>
                      <a:pt x="1226487" y="296307"/>
                    </a:lnTo>
                    <a:lnTo>
                      <a:pt x="1149302" y="341118"/>
                    </a:lnTo>
                    <a:close/>
                  </a:path>
                </a:pathLst>
              </a:custGeom>
              <a:solidFill>
                <a:srgbClr val="333333"/>
              </a:solidFill>
            </p:spPr>
            <p:txBody>
              <a:bodyPr wrap="square" lIns="0" tIns="0" rIns="0" bIns="0" rtlCol="0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22" name="Graphic 70">
                <a:extLst>
                  <a:ext uri="{FF2B5EF4-FFF2-40B4-BE49-F238E27FC236}">
                    <a16:creationId xmlns:a16="http://schemas.microsoft.com/office/drawing/2014/main" id="{79E4FE80-2207-8612-EA0D-7F8B295E2C3E}"/>
                  </a:ext>
                </a:extLst>
              </p:cNvPr>
              <p:cNvSpPr/>
              <p:nvPr/>
            </p:nvSpPr>
            <p:spPr>
              <a:xfrm>
                <a:off x="1070610" y="293370"/>
                <a:ext cx="50800" cy="58419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8419">
                    <a:moveTo>
                      <a:pt x="25844" y="57832"/>
                    </a:moveTo>
                    <a:lnTo>
                      <a:pt x="24799" y="57832"/>
                    </a:lnTo>
                    <a:lnTo>
                      <a:pt x="527" y="43827"/>
                    </a:lnTo>
                    <a:lnTo>
                      <a:pt x="0" y="42927"/>
                    </a:lnTo>
                    <a:lnTo>
                      <a:pt x="0" y="14905"/>
                    </a:lnTo>
                    <a:lnTo>
                      <a:pt x="500" y="14005"/>
                    </a:lnTo>
                    <a:lnTo>
                      <a:pt x="23965" y="491"/>
                    </a:lnTo>
                    <a:lnTo>
                      <a:pt x="24799" y="0"/>
                    </a:lnTo>
                    <a:lnTo>
                      <a:pt x="25844" y="0"/>
                    </a:lnTo>
                    <a:lnTo>
                      <a:pt x="50123" y="14005"/>
                    </a:lnTo>
                    <a:lnTo>
                      <a:pt x="50640" y="14905"/>
                    </a:lnTo>
                    <a:lnTo>
                      <a:pt x="50640" y="42927"/>
                    </a:lnTo>
                    <a:lnTo>
                      <a:pt x="50123" y="43827"/>
                    </a:lnTo>
                    <a:lnTo>
                      <a:pt x="25844" y="57832"/>
                    </a:lnTo>
                    <a:close/>
                  </a:path>
                </a:pathLst>
              </a:custGeom>
              <a:solidFill>
                <a:srgbClr val="679E62"/>
              </a:solidFill>
            </p:spPr>
            <p:txBody>
              <a:bodyPr wrap="square" lIns="0" tIns="0" rIns="0" bIns="0" rtlCol="0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pic>
            <p:nvPicPr>
              <p:cNvPr id="23" name="Image 71">
                <a:extLst>
                  <a:ext uri="{FF2B5EF4-FFF2-40B4-BE49-F238E27FC236}">
                    <a16:creationId xmlns:a16="http://schemas.microsoft.com/office/drawing/2014/main" id="{FE52690B-486A-4994-6CA5-B064E778524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23850" y="171450"/>
                <a:ext cx="262255" cy="299085"/>
              </a:xfrm>
              <a:prstGeom prst="rect">
                <a:avLst/>
              </a:prstGeom>
            </p:spPr>
          </p:pic>
        </p:grpSp>
        <p:pic>
          <p:nvPicPr>
            <p:cNvPr id="18" name="Image 72">
              <a:extLst>
                <a:ext uri="{FF2B5EF4-FFF2-40B4-BE49-F238E27FC236}">
                  <a16:creationId xmlns:a16="http://schemas.microsoft.com/office/drawing/2014/main" id="{95A4E365-A743-A87D-D687-A2CE84A3B49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2070" y="5522126"/>
              <a:ext cx="1409700" cy="3810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6781E01-0439-A693-EE03-757F26379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5717" y="4698117"/>
              <a:ext cx="1255238" cy="64838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B0A6185-EB28-ACE7-293A-517634FC4B9A}"/>
              </a:ext>
            </a:extLst>
          </p:cNvPr>
          <p:cNvGrpSpPr/>
          <p:nvPr/>
        </p:nvGrpSpPr>
        <p:grpSpPr>
          <a:xfrm>
            <a:off x="9402779" y="1909456"/>
            <a:ext cx="2286000" cy="2743200"/>
            <a:chOff x="9402779" y="1909456"/>
            <a:chExt cx="2286000" cy="27432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A991016-8D56-EFEB-8E81-EB49612BC8D4}"/>
                </a:ext>
              </a:extLst>
            </p:cNvPr>
            <p:cNvGrpSpPr/>
            <p:nvPr/>
          </p:nvGrpSpPr>
          <p:grpSpPr>
            <a:xfrm>
              <a:off x="9402779" y="1909456"/>
              <a:ext cx="2286000" cy="2743200"/>
              <a:chOff x="0" y="0"/>
              <a:chExt cx="2387199" cy="2263009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D1C764F1-5AC2-692D-611C-E7B3F395C52A}"/>
                  </a:ext>
                </a:extLst>
              </p:cNvPr>
              <p:cNvSpPr/>
              <p:nvPr/>
            </p:nvSpPr>
            <p:spPr>
              <a:xfrm>
                <a:off x="0" y="0"/>
                <a:ext cx="2387199" cy="2263009"/>
              </a:xfrm>
              <a:custGeom>
                <a:avLst/>
                <a:gdLst/>
                <a:ahLst/>
                <a:cxnLst/>
                <a:rect l="l" t="t" r="r" b="b"/>
                <a:pathLst>
                  <a:path w="2387199" h="2263009">
                    <a:moveTo>
                      <a:pt x="0" y="0"/>
                    </a:moveTo>
                    <a:lnTo>
                      <a:pt x="2387199" y="0"/>
                    </a:lnTo>
                    <a:lnTo>
                      <a:pt x="2387199" y="2263009"/>
                    </a:lnTo>
                    <a:lnTo>
                      <a:pt x="0" y="2263009"/>
                    </a:lnTo>
                    <a:close/>
                  </a:path>
                </a:pathLst>
              </a:custGeom>
              <a:solidFill>
                <a:srgbClr val="FFDFA0"/>
              </a:solidFill>
            </p:spPr>
          </p:sp>
        </p:grp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D008A975-B7C4-2CCC-CF92-33200B318916}"/>
                </a:ext>
              </a:extLst>
            </p:cNvPr>
            <p:cNvSpPr txBox="1"/>
            <p:nvPr/>
          </p:nvSpPr>
          <p:spPr>
            <a:xfrm>
              <a:off x="9546475" y="2027053"/>
              <a:ext cx="1998608" cy="346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373737"/>
                  </a:solidFill>
                  <a:latin typeface="TT Fors Bold"/>
                </a:rPr>
                <a:t>Communication</a:t>
              </a:r>
            </a:p>
          </p:txBody>
        </p:sp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8C286CCE-DE0B-050E-B9E6-D048DE5D47E0}"/>
                </a:ext>
              </a:extLst>
            </p:cNvPr>
            <p:cNvSpPr/>
            <p:nvPr/>
          </p:nvSpPr>
          <p:spPr>
            <a:xfrm>
              <a:off x="9779798" y="2543170"/>
              <a:ext cx="884142" cy="884142"/>
            </a:xfrm>
            <a:custGeom>
              <a:avLst/>
              <a:gdLst/>
              <a:ahLst/>
              <a:cxnLst/>
              <a:rect l="l" t="t" r="r" b="b"/>
              <a:pathLst>
                <a:path w="884142" h="884142">
                  <a:moveTo>
                    <a:pt x="0" y="0"/>
                  </a:moveTo>
                  <a:lnTo>
                    <a:pt x="884142" y="0"/>
                  </a:lnTo>
                  <a:lnTo>
                    <a:pt x="884142" y="884142"/>
                  </a:lnTo>
                  <a:lnTo>
                    <a:pt x="0" y="88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1D2DAAA-4E59-98F5-BE8B-C7F8D32C9E8B}"/>
                </a:ext>
              </a:extLst>
            </p:cNvPr>
            <p:cNvSpPr/>
            <p:nvPr/>
          </p:nvSpPr>
          <p:spPr>
            <a:xfrm>
              <a:off x="10540096" y="3637521"/>
              <a:ext cx="868064" cy="868064"/>
            </a:xfrm>
            <a:custGeom>
              <a:avLst/>
              <a:gdLst/>
              <a:ahLst/>
              <a:cxnLst/>
              <a:rect l="l" t="t" r="r" b="b"/>
              <a:pathLst>
                <a:path w="868064" h="868064">
                  <a:moveTo>
                    <a:pt x="0" y="0"/>
                  </a:moveTo>
                  <a:lnTo>
                    <a:pt x="868064" y="0"/>
                  </a:lnTo>
                  <a:lnTo>
                    <a:pt x="868064" y="868064"/>
                  </a:lnTo>
                  <a:lnTo>
                    <a:pt x="0" y="868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833239-3A5D-A4CD-6A26-379C6513D6F0}"/>
              </a:ext>
            </a:extLst>
          </p:cNvPr>
          <p:cNvGrpSpPr/>
          <p:nvPr/>
        </p:nvGrpSpPr>
        <p:grpSpPr>
          <a:xfrm>
            <a:off x="3505025" y="1911303"/>
            <a:ext cx="2286000" cy="2743200"/>
            <a:chOff x="3505025" y="1911303"/>
            <a:chExt cx="2286000" cy="2743200"/>
          </a:xfrm>
        </p:grpSpPr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E75139C5-2716-0996-C568-8BF8E69CC9E6}"/>
                </a:ext>
              </a:extLst>
            </p:cNvPr>
            <p:cNvGrpSpPr/>
            <p:nvPr/>
          </p:nvGrpSpPr>
          <p:grpSpPr>
            <a:xfrm>
              <a:off x="3505025" y="1911303"/>
              <a:ext cx="2286000" cy="2743200"/>
              <a:chOff x="0" y="0"/>
              <a:chExt cx="2387199" cy="2263009"/>
            </a:xfrm>
          </p:grpSpPr>
          <p:sp>
            <p:nvSpPr>
              <p:cNvPr id="8" name="Freeform 12">
                <a:extLst>
                  <a:ext uri="{FF2B5EF4-FFF2-40B4-BE49-F238E27FC236}">
                    <a16:creationId xmlns:a16="http://schemas.microsoft.com/office/drawing/2014/main" id="{D1089EB4-D414-2917-BF6D-8232DE488E9A}"/>
                  </a:ext>
                </a:extLst>
              </p:cNvPr>
              <p:cNvSpPr/>
              <p:nvPr/>
            </p:nvSpPr>
            <p:spPr>
              <a:xfrm>
                <a:off x="0" y="0"/>
                <a:ext cx="2387199" cy="2263009"/>
              </a:xfrm>
              <a:custGeom>
                <a:avLst/>
                <a:gdLst/>
                <a:ahLst/>
                <a:cxnLst/>
                <a:rect l="l" t="t" r="r" b="b"/>
                <a:pathLst>
                  <a:path w="2387199" h="2263009">
                    <a:moveTo>
                      <a:pt x="0" y="0"/>
                    </a:moveTo>
                    <a:lnTo>
                      <a:pt x="2387199" y="0"/>
                    </a:lnTo>
                    <a:lnTo>
                      <a:pt x="2387199" y="2263009"/>
                    </a:lnTo>
                    <a:lnTo>
                      <a:pt x="0" y="2263009"/>
                    </a:lnTo>
                    <a:close/>
                  </a:path>
                </a:pathLst>
              </a:custGeom>
              <a:solidFill>
                <a:srgbClr val="FFE4DA"/>
              </a:solidFill>
            </p:spPr>
          </p:sp>
        </p:grp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337E0983-B715-F055-9AA9-27559E2956D5}"/>
                </a:ext>
              </a:extLst>
            </p:cNvPr>
            <p:cNvSpPr txBox="1"/>
            <p:nvPr/>
          </p:nvSpPr>
          <p:spPr>
            <a:xfrm>
              <a:off x="3689361" y="2002743"/>
              <a:ext cx="1998608" cy="346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373737"/>
                  </a:solidFill>
                  <a:latin typeface="TT Fors Bold"/>
                </a:rPr>
                <a:t>Front-End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102442A-B2D2-3F47-608C-C06AF6D8C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1110" y="3742812"/>
              <a:ext cx="1182370" cy="72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5" name="Picture 11" descr="nextjs logo sur brandfetch.com">
              <a:extLst>
                <a:ext uri="{FF2B5EF4-FFF2-40B4-BE49-F238E27FC236}">
                  <a16:creationId xmlns:a16="http://schemas.microsoft.com/office/drawing/2014/main" id="{15E88F8D-4291-E011-7E6B-38874F67B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2670" y="2580743"/>
              <a:ext cx="876300" cy="876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D0E79ED-45CE-C1DB-D139-4D41451ED95C}"/>
              </a:ext>
            </a:extLst>
          </p:cNvPr>
          <p:cNvSpPr txBox="1"/>
          <p:nvPr/>
        </p:nvSpPr>
        <p:spPr>
          <a:xfrm>
            <a:off x="3287680" y="629970"/>
            <a:ext cx="4800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Technologies and Tools</a:t>
            </a: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69743D5B-36B9-AE22-E371-D8A1EF69030C}"/>
              </a:ext>
            </a:extLst>
          </p:cNvPr>
          <p:cNvSpPr/>
          <p:nvPr/>
        </p:nvSpPr>
        <p:spPr>
          <a:xfrm rot="16953274">
            <a:off x="-1721876" y="-500677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1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3">
            <a:extLst>
              <a:ext uri="{FF2B5EF4-FFF2-40B4-BE49-F238E27FC236}">
                <a16:creationId xmlns:a16="http://schemas.microsoft.com/office/drawing/2014/main" id="{EB8DACA0-43E5-D997-E448-B952E243B019}"/>
              </a:ext>
            </a:extLst>
          </p:cNvPr>
          <p:cNvSpPr/>
          <p:nvPr/>
        </p:nvSpPr>
        <p:spPr>
          <a:xfrm rot="7183867">
            <a:off x="7959973" y="4419656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1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2F2E349D-D6B8-370C-62AB-84013FAC85AB}"/>
              </a:ext>
            </a:extLst>
          </p:cNvPr>
          <p:cNvSpPr/>
          <p:nvPr/>
        </p:nvSpPr>
        <p:spPr>
          <a:xfrm>
            <a:off x="10831887" y="-817485"/>
            <a:ext cx="1882736" cy="1832773"/>
          </a:xfrm>
          <a:prstGeom prst="flowChartConnector">
            <a:avLst/>
          </a:prstGeom>
          <a:solidFill>
            <a:srgbClr val="FD9623"/>
          </a:solidFill>
          <a:ln>
            <a:solidFill>
              <a:srgbClr val="FD9623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8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D609EA-E8BD-27B1-9294-1ACC172410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101600"/>
            <a:ext cx="12190546" cy="6654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F303C-66FE-DA3F-E550-5B90AFF26AF5}"/>
              </a:ext>
            </a:extLst>
          </p:cNvPr>
          <p:cNvSpPr txBox="1"/>
          <p:nvPr/>
        </p:nvSpPr>
        <p:spPr>
          <a:xfrm>
            <a:off x="494770" y="367483"/>
            <a:ext cx="42194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Platform limitations: </a:t>
            </a:r>
            <a:endParaRPr lang="ar-DZ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0D4AD-8034-6C52-9193-6FDBEE3297CB}"/>
              </a:ext>
            </a:extLst>
          </p:cNvPr>
          <p:cNvSpPr txBox="1"/>
          <p:nvPr/>
        </p:nvSpPr>
        <p:spPr>
          <a:xfrm>
            <a:off x="682004" y="1295604"/>
            <a:ext cx="6805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Delivery &amp; Payment</a:t>
            </a:r>
          </a:p>
          <a:p>
            <a:r>
              <a:rPr lang="en-US" dirty="0">
                <a:latin typeface="TT Fors Bold" panose="020B0604020202020204" charset="0"/>
              </a:rPr>
              <a:t>No real time delivery tracking and no integrated payment gateway, The current order flow is a prototype 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8438B-CDC0-D35C-5DC4-9934BC5E915A}"/>
              </a:ext>
            </a:extLst>
          </p:cNvPr>
          <p:cNvSpPr txBox="1"/>
          <p:nvPr/>
        </p:nvSpPr>
        <p:spPr>
          <a:xfrm>
            <a:off x="5243975" y="2766295"/>
            <a:ext cx="6805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Data Integrity </a:t>
            </a:r>
          </a:p>
          <a:p>
            <a:r>
              <a:rPr lang="en-US" dirty="0">
                <a:latin typeface="TT Fors Bold" panose="020B0604020202020204" charset="0"/>
              </a:rPr>
              <a:t>GPS coordinates rely on user input without automated validation, Community content lacks an automated moderation system.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1C78C-5638-D235-C8B1-F9AE74E04033}"/>
              </a:ext>
            </a:extLst>
          </p:cNvPr>
          <p:cNvSpPr txBox="1"/>
          <p:nvPr/>
        </p:nvSpPr>
        <p:spPr>
          <a:xfrm>
            <a:off x="682003" y="4236986"/>
            <a:ext cx="6805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Merchant Verification</a:t>
            </a:r>
          </a:p>
          <a:p>
            <a:r>
              <a:rPr lang="en-US" dirty="0">
                <a:latin typeface="TT Fors Bold" panose="020B0604020202020204" charset="0"/>
              </a:rPr>
              <a:t>Digital commerce in Algeria faces hurdles in verifying merchant legitimacy, The absence of a centralized national database makes automated commercial registry integration currently impossible. </a:t>
            </a:r>
          </a:p>
        </p:txBody>
      </p:sp>
    </p:spTree>
    <p:extLst>
      <p:ext uri="{BB962C8B-B14F-4D97-AF65-F5344CB8AC3E}">
        <p14:creationId xmlns:p14="http://schemas.microsoft.com/office/powerpoint/2010/main" val="138495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8" grpId="0" uiExpand="1" build="p"/>
      <p:bldP spid="10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342AB73-3174-AE9A-80CB-9D39363D27EF}"/>
              </a:ext>
            </a:extLst>
          </p:cNvPr>
          <p:cNvSpPr/>
          <p:nvPr/>
        </p:nvSpPr>
        <p:spPr>
          <a:xfrm>
            <a:off x="0" y="0"/>
            <a:ext cx="12192000" cy="1046480"/>
          </a:xfrm>
          <a:prstGeom prst="rect">
            <a:avLst/>
          </a:prstGeom>
          <a:solidFill>
            <a:srgbClr val="FD9623">
              <a:alpha val="69804"/>
            </a:srgbClr>
          </a:solid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3A1AA-8B06-8B2F-3653-2799E9A4251A}"/>
              </a:ext>
            </a:extLst>
          </p:cNvPr>
          <p:cNvSpPr txBox="1"/>
          <p:nvPr/>
        </p:nvSpPr>
        <p:spPr>
          <a:xfrm>
            <a:off x="494770" y="367483"/>
            <a:ext cx="4575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Future Improvements : </a:t>
            </a:r>
            <a:endParaRPr lang="ar-DZ" sz="32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3D7D0-EEE2-A538-3481-A3D1B9C59A84}"/>
              </a:ext>
            </a:extLst>
          </p:cNvPr>
          <p:cNvSpPr txBox="1"/>
          <p:nvPr/>
        </p:nvSpPr>
        <p:spPr>
          <a:xfrm>
            <a:off x="494770" y="1172659"/>
            <a:ext cx="7023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Map Integration</a:t>
            </a:r>
          </a:p>
          <a:p>
            <a:r>
              <a:rPr lang="en-US" dirty="0">
                <a:latin typeface="TT Fors Bold" panose="020B0604020202020204" charset="0"/>
              </a:rPr>
              <a:t>GPS coordinates unlocking interactive maps and distance-based filtering.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91F80-1FA6-B2C0-C11B-C76E458AD517}"/>
              </a:ext>
            </a:extLst>
          </p:cNvPr>
          <p:cNvSpPr txBox="1"/>
          <p:nvPr/>
        </p:nvSpPr>
        <p:spPr>
          <a:xfrm>
            <a:off x="4175759" y="2222167"/>
            <a:ext cx="6502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Multi-Language Support </a:t>
            </a:r>
          </a:p>
          <a:p>
            <a:r>
              <a:rPr lang="en-US" dirty="0">
                <a:latin typeface="TT Fors Bold" panose="020B0604020202020204" charset="0"/>
              </a:rPr>
              <a:t>Arabic &amp; French support for a genuinely inclusive Algerian platform.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02A858-B840-8182-D1E7-FA120EEC3256}"/>
              </a:ext>
            </a:extLst>
          </p:cNvPr>
          <p:cNvSpPr txBox="1"/>
          <p:nvPr/>
        </p:nvSpPr>
        <p:spPr>
          <a:xfrm>
            <a:off x="494770" y="2944862"/>
            <a:ext cx="7744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Recommendation System </a:t>
            </a:r>
          </a:p>
          <a:p>
            <a:r>
              <a:rPr lang="en-US" dirty="0">
                <a:latin typeface="TT Fors Bold" panose="020B0604020202020204" charset="0"/>
              </a:rPr>
              <a:t>Analyze order history &amp; behavior to surface personalized restaurants and dishes.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25575-29B6-3999-F2EE-AA489884559D}"/>
              </a:ext>
            </a:extLst>
          </p:cNvPr>
          <p:cNvSpPr txBox="1"/>
          <p:nvPr/>
        </p:nvSpPr>
        <p:spPr>
          <a:xfrm>
            <a:off x="4175759" y="3989502"/>
            <a:ext cx="7305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Real-time Notifications </a:t>
            </a:r>
          </a:p>
          <a:p>
            <a:r>
              <a:rPr lang="en-US" dirty="0">
                <a:latin typeface="TT Fors Bold" panose="020B0604020202020204" charset="0"/>
              </a:rPr>
              <a:t>Instant order alerts for restaurants; automatic status updates for customers.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F781E-8233-21E8-79E4-B8FA0C0AD65E}"/>
              </a:ext>
            </a:extLst>
          </p:cNvPr>
          <p:cNvSpPr txBox="1"/>
          <p:nvPr/>
        </p:nvSpPr>
        <p:spPr>
          <a:xfrm>
            <a:off x="494770" y="4938693"/>
            <a:ext cx="680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Ratings &amp; Reviews </a:t>
            </a:r>
          </a:p>
          <a:p>
            <a:r>
              <a:rPr lang="en-US" dirty="0">
                <a:latin typeface="TT Fors Bold" panose="020B0604020202020204" charset="0"/>
              </a:rPr>
              <a:t>Verified reviews locked to completed orders 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BBA78-52A9-E03B-A1F6-35B6A37BE483}"/>
              </a:ext>
            </a:extLst>
          </p:cNvPr>
          <p:cNvSpPr txBox="1"/>
          <p:nvPr/>
        </p:nvSpPr>
        <p:spPr>
          <a:xfrm>
            <a:off x="4175759" y="5887884"/>
            <a:ext cx="680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Admin Dashboard </a:t>
            </a:r>
          </a:p>
          <a:p>
            <a:r>
              <a:rPr lang="en-US" dirty="0">
                <a:latin typeface="TT Fors Bold" panose="020B0604020202020204" charset="0"/>
              </a:rPr>
              <a:t>Frontend for the existing admin endpoints. </a:t>
            </a: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B936E608-3A8E-D09E-B5CF-FB4778557016}"/>
              </a:ext>
            </a:extLst>
          </p:cNvPr>
          <p:cNvSpPr/>
          <p:nvPr/>
        </p:nvSpPr>
        <p:spPr>
          <a:xfrm rot="15801934">
            <a:off x="-998173" y="746463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5EFF80C1-2501-E3A7-49ED-8B5C7F0E6400}"/>
              </a:ext>
            </a:extLst>
          </p:cNvPr>
          <p:cNvSpPr/>
          <p:nvPr/>
        </p:nvSpPr>
        <p:spPr>
          <a:xfrm rot="5648621">
            <a:off x="4375528" y="2377841"/>
            <a:ext cx="7728465" cy="5235395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4481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7" grpId="0" uiExpand="1" build="p"/>
      <p:bldP spid="8" grpId="0" uiExpand="1" build="p"/>
      <p:bldP spid="9" grpId="0" uiExpand="1" build="p"/>
      <p:bldP spid="10" grpId="0" uiExpand="1" build="p"/>
      <p:bldP spid="1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98FFF8-4824-E502-BCFB-A05A48331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724D14-EDBD-E7BC-5EEC-896334846BF7}"/>
              </a:ext>
            </a:extLst>
          </p:cNvPr>
          <p:cNvSpPr txBox="1"/>
          <p:nvPr/>
        </p:nvSpPr>
        <p:spPr>
          <a:xfrm>
            <a:off x="98530" y="103323"/>
            <a:ext cx="46258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65802"/>
                </a:solidFill>
                <a:latin typeface="TT Fors Bold" panose="020B0604020202020204" charset="0"/>
              </a:rPr>
              <a:t>What We've Learned</a:t>
            </a:r>
            <a:r>
              <a:rPr lang="ar-DZ" sz="3200" b="1" dirty="0">
                <a:solidFill>
                  <a:srgbClr val="A65802"/>
                </a:solidFill>
                <a:latin typeface="TT Fors Bold" panose="020B060402020202020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D456C-1925-B8D6-7B5E-A43100C5CC01}"/>
              </a:ext>
            </a:extLst>
          </p:cNvPr>
          <p:cNvSpPr txBox="1"/>
          <p:nvPr/>
        </p:nvSpPr>
        <p:spPr>
          <a:xfrm>
            <a:off x="149330" y="2675031"/>
            <a:ext cx="5133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Embracing Change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Our plan changed multiple times. Adapting quickly became one of our strongest collective habits.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8300F-E76B-E2D6-2F07-6AF5252EC58C}"/>
              </a:ext>
            </a:extLst>
          </p:cNvPr>
          <p:cNvSpPr txBox="1"/>
          <p:nvPr/>
        </p:nvSpPr>
        <p:spPr>
          <a:xfrm>
            <a:off x="98530" y="1219899"/>
            <a:ext cx="5133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Designing for Real Data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A poor schema decision spreads across the entire system.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8FF4D3-EE05-24C7-1DCB-DE00F5D76C50}"/>
              </a:ext>
            </a:extLst>
          </p:cNvPr>
          <p:cNvSpPr txBox="1"/>
          <p:nvPr/>
        </p:nvSpPr>
        <p:spPr>
          <a:xfrm>
            <a:off x="149330" y="4006482"/>
            <a:ext cx="5235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Building as a Team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Coordinating six people taught us that communication is just as demanding as coding. Staying aligned on a shared vision is harder than it sounds.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E08570-DEC9-1C70-8A85-E4AD1493F4AB}"/>
              </a:ext>
            </a:extLst>
          </p:cNvPr>
          <p:cNvSpPr txBox="1"/>
          <p:nvPr/>
        </p:nvSpPr>
        <p:spPr>
          <a:xfrm>
            <a:off x="149330" y="5652131"/>
            <a:ext cx="5133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D9623"/>
                </a:solidFill>
                <a:latin typeface="TT Fors Bold" panose="020B0604020202020204" charset="0"/>
              </a:rPr>
              <a:t>Thinking Before Building</a:t>
            </a:r>
            <a:endParaRPr lang="ar-DZ" b="1" dirty="0">
              <a:solidFill>
                <a:srgbClr val="FD9623"/>
              </a:solidFill>
              <a:latin typeface="TT Fors Bold" panose="020B0604020202020204" charset="0"/>
            </a:endParaRPr>
          </a:p>
          <a:p>
            <a:r>
              <a:rPr lang="en-US" dirty="0">
                <a:latin typeface="TT Fors Bold" panose="020B0604020202020204" charset="0"/>
              </a:rPr>
              <a:t>Asking why before how became our most valuable habit .</a:t>
            </a: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F3F8A840-9AF4-181D-1C81-ED8913C9A05B}"/>
              </a:ext>
            </a:extLst>
          </p:cNvPr>
          <p:cNvSpPr/>
          <p:nvPr/>
        </p:nvSpPr>
        <p:spPr>
          <a:xfrm rot="15801934">
            <a:off x="-1879755" y="-27798"/>
            <a:ext cx="6028308" cy="335797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0957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16" grpId="0" uiExpand="1" build="p"/>
      <p:bldP spid="17" grpId="0" uiExpand="1" build="p"/>
      <p:bldP spid="1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1AD5C-D31D-8D52-A031-404CEF2FA8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l="-1333" t="-10668" r="1333" b="10668"/>
          <a:stretch/>
        </p:blipFill>
        <p:spPr>
          <a:xfrm>
            <a:off x="-264160" y="-1016000"/>
            <a:ext cx="12385040" cy="7680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3DA94A-B98F-B4C5-8632-E84CB04730D4}"/>
              </a:ext>
            </a:extLst>
          </p:cNvPr>
          <p:cNvSpPr txBox="1"/>
          <p:nvPr/>
        </p:nvSpPr>
        <p:spPr>
          <a:xfrm>
            <a:off x="4651745" y="997403"/>
            <a:ext cx="28885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A65802"/>
                </a:solidFill>
                <a:latin typeface="TT Fors Bold" panose="020B0604020202020204" charset="0"/>
              </a:rPr>
              <a:t>Conclusion </a:t>
            </a:r>
            <a:endParaRPr lang="ar-DZ" sz="4400" b="1" dirty="0">
              <a:solidFill>
                <a:srgbClr val="A65802"/>
              </a:solidFill>
              <a:latin typeface="TT Fors Bold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AD4DC-E010-2BD7-D0B0-8B33590E01FE}"/>
              </a:ext>
            </a:extLst>
          </p:cNvPr>
          <p:cNvSpPr txBox="1"/>
          <p:nvPr/>
        </p:nvSpPr>
        <p:spPr>
          <a:xfrm>
            <a:off x="981082" y="2305615"/>
            <a:ext cx="102298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T Fors Bold" panose="020B0604020202020204"/>
              </a:rPr>
              <a:t>FeedMe</a:t>
            </a:r>
            <a:r>
              <a:rPr lang="en-US" sz="2800" dirty="0">
                <a:latin typeface="TT Fors Bold" panose="020B0604020202020204"/>
              </a:rPr>
              <a:t> began as an observation that Algeria had a rich food culture</a:t>
            </a:r>
          </a:p>
          <a:p>
            <a:pPr algn="ctr"/>
            <a:r>
              <a:rPr lang="en-US" sz="2800" dirty="0">
                <a:latin typeface="TT Fors Bold" panose="020B0604020202020204"/>
              </a:rPr>
              <a:t>with no digital home. Over one academic year, it became a working,</a:t>
            </a:r>
          </a:p>
          <a:p>
            <a:pPr algn="ctr"/>
            <a:r>
              <a:rPr lang="en-US" sz="2800" dirty="0">
                <a:latin typeface="TT Fors Bold" panose="020B0604020202020204"/>
              </a:rPr>
              <a:t>tested, and fully documented product. A platform where users</a:t>
            </a:r>
          </a:p>
          <a:p>
            <a:pPr algn="ctr"/>
            <a:r>
              <a:rPr lang="en-US" sz="2800" dirty="0">
                <a:latin typeface="TT Fors Bold" panose="020B0604020202020204"/>
              </a:rPr>
              <a:t>discover restaurants, place orders, share food content, and engage</a:t>
            </a:r>
          </a:p>
          <a:p>
            <a:pPr algn="ctr"/>
            <a:r>
              <a:rPr lang="en-US" sz="2800" dirty="0">
                <a:latin typeface="TT Fors Bold" panose="020B0604020202020204"/>
              </a:rPr>
              <a:t>with a community built around Algerian cuisine. </a:t>
            </a:r>
          </a:p>
        </p:txBody>
      </p:sp>
    </p:spTree>
    <p:extLst>
      <p:ext uri="{BB962C8B-B14F-4D97-AF65-F5344CB8AC3E}">
        <p14:creationId xmlns:p14="http://schemas.microsoft.com/office/powerpoint/2010/main" val="23720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9623">
            <a:alpha val="9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">
            <a:extLst>
              <a:ext uri="{FF2B5EF4-FFF2-40B4-BE49-F238E27FC236}">
                <a16:creationId xmlns:a16="http://schemas.microsoft.com/office/drawing/2014/main" id="{CB4F0FA6-24F5-6C83-F517-AE56ADDC6CC2}"/>
              </a:ext>
            </a:extLst>
          </p:cNvPr>
          <p:cNvSpPr/>
          <p:nvPr/>
        </p:nvSpPr>
        <p:spPr>
          <a:xfrm rot="10800000"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D75E9E-6E88-075E-0C75-8DFFA46689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30B738-16B3-F51A-76FD-93DB0D402A30}"/>
              </a:ext>
            </a:extLst>
          </p:cNvPr>
          <p:cNvSpPr/>
          <p:nvPr/>
        </p:nvSpPr>
        <p:spPr>
          <a:xfrm rot="6653687">
            <a:off x="5475726" y="2264370"/>
            <a:ext cx="9188815" cy="6304204"/>
          </a:xfrm>
          <a:custGeom>
            <a:avLst/>
            <a:gdLst/>
            <a:ahLst/>
            <a:cxnLst/>
            <a:rect l="l" t="t" r="r" b="b"/>
            <a:pathLst>
              <a:path w="9957653" h="8663158">
                <a:moveTo>
                  <a:pt x="0" y="0"/>
                </a:moveTo>
                <a:lnTo>
                  <a:pt x="9957652" y="0"/>
                </a:lnTo>
                <a:lnTo>
                  <a:pt x="9957652" y="8663157"/>
                </a:lnTo>
                <a:lnTo>
                  <a:pt x="0" y="8663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E9BCC8B-66AD-B0F4-814B-0D1EA146C67C}"/>
              </a:ext>
            </a:extLst>
          </p:cNvPr>
          <p:cNvSpPr/>
          <p:nvPr/>
        </p:nvSpPr>
        <p:spPr>
          <a:xfrm rot="4726396">
            <a:off x="1817337" y="-3253554"/>
            <a:ext cx="4907639" cy="6134195"/>
          </a:xfrm>
          <a:custGeom>
            <a:avLst/>
            <a:gdLst/>
            <a:ahLst/>
            <a:cxnLst/>
            <a:rect l="l" t="t" r="r" b="b"/>
            <a:pathLst>
              <a:path w="5318268" h="8429531">
                <a:moveTo>
                  <a:pt x="0" y="0"/>
                </a:moveTo>
                <a:lnTo>
                  <a:pt x="5318268" y="0"/>
                </a:lnTo>
                <a:lnTo>
                  <a:pt x="5318268" y="8429531"/>
                </a:lnTo>
                <a:lnTo>
                  <a:pt x="0" y="8429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F0934E9-BDAD-0493-5AD6-0BC87F0F09AF}"/>
              </a:ext>
            </a:extLst>
          </p:cNvPr>
          <p:cNvSpPr/>
          <p:nvPr/>
        </p:nvSpPr>
        <p:spPr>
          <a:xfrm rot="5045464">
            <a:off x="6589324" y="2967851"/>
            <a:ext cx="5065192" cy="6331122"/>
          </a:xfrm>
          <a:custGeom>
            <a:avLst/>
            <a:gdLst/>
            <a:ahLst/>
            <a:cxnLst/>
            <a:rect l="l" t="t" r="r" b="b"/>
            <a:pathLst>
              <a:path w="5489002" h="8700148">
                <a:moveTo>
                  <a:pt x="0" y="0"/>
                </a:moveTo>
                <a:lnTo>
                  <a:pt x="5489003" y="0"/>
                </a:lnTo>
                <a:lnTo>
                  <a:pt x="5489003" y="8700148"/>
                </a:lnTo>
                <a:lnTo>
                  <a:pt x="0" y="8700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7744E7DA-9BE2-E52D-F9B3-B53498F415CB}"/>
              </a:ext>
            </a:extLst>
          </p:cNvPr>
          <p:cNvSpPr/>
          <p:nvPr/>
        </p:nvSpPr>
        <p:spPr>
          <a:xfrm>
            <a:off x="-663153" y="-1604556"/>
            <a:ext cx="7186914" cy="5785895"/>
          </a:xfrm>
          <a:custGeom>
            <a:avLst/>
            <a:gdLst/>
            <a:ahLst/>
            <a:cxnLst/>
            <a:rect l="l" t="t" r="r" b="b"/>
            <a:pathLst>
              <a:path w="8857785" h="8525618">
                <a:moveTo>
                  <a:pt x="0" y="0"/>
                </a:moveTo>
                <a:lnTo>
                  <a:pt x="8857785" y="0"/>
                </a:lnTo>
                <a:lnTo>
                  <a:pt x="8857785" y="8525618"/>
                </a:lnTo>
                <a:lnTo>
                  <a:pt x="0" y="85256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1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C7440DC-B6D8-7E6D-D21F-A66536670204}"/>
              </a:ext>
            </a:extLst>
          </p:cNvPr>
          <p:cNvSpPr txBox="1"/>
          <p:nvPr/>
        </p:nvSpPr>
        <p:spPr>
          <a:xfrm>
            <a:off x="-1875553" y="2302845"/>
            <a:ext cx="15401903" cy="1371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4"/>
              </a:lnSpc>
            </a:pPr>
            <a:r>
              <a:rPr lang="en-US" sz="10154" spc="-507" dirty="0">
                <a:solidFill>
                  <a:srgbClr val="FFFFFF"/>
                </a:solidFill>
                <a:latin typeface="Segoe Script" panose="030B0504020000000003" pitchFamily="66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9225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  <p:bldP spid="8" grpId="0"/>
      <p:bldP spid="8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ace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971</TotalTime>
  <Words>935</Words>
  <Application>Microsoft Office PowerPoint</Application>
  <PresentationFormat>Widescreen</PresentationFormat>
  <Paragraphs>155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Segoe Script</vt:lpstr>
      <vt:lpstr>Trebuchet MS</vt:lpstr>
      <vt:lpstr>TT Fors</vt:lpstr>
      <vt:lpstr>TT Fors Bold</vt:lpstr>
      <vt:lpstr>Wingdings 3</vt:lpstr>
      <vt:lpstr>Office Theme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Bh</dc:creator>
  <cp:lastModifiedBy>Hassan Bh</cp:lastModifiedBy>
  <cp:revision>6</cp:revision>
  <dcterms:created xsi:type="dcterms:W3CDTF">2026-05-19T19:46:20Z</dcterms:created>
  <dcterms:modified xsi:type="dcterms:W3CDTF">2026-05-22T13:37:49Z</dcterms:modified>
</cp:coreProperties>
</file>